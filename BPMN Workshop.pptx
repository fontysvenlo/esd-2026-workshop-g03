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7"/>
  </p:sldMasterIdLst>
  <p:notesMasterIdLst>
    <p:notesMasterId r:id="rId33"/>
  </p:notesMasterIdLst>
  <p:sldIdLst>
    <p:sldId id="279" r:id="rId8"/>
    <p:sldId id="271" r:id="rId9"/>
    <p:sldId id="256" r:id="rId10"/>
    <p:sldId id="270" r:id="rId11"/>
    <p:sldId id="259" r:id="rId12"/>
    <p:sldId id="260" r:id="rId13"/>
    <p:sldId id="261" r:id="rId14"/>
    <p:sldId id="263" r:id="rId15"/>
    <p:sldId id="264" r:id="rId16"/>
    <p:sldId id="265" r:id="rId17"/>
    <p:sldId id="266" r:id="rId18"/>
    <p:sldId id="267" r:id="rId19"/>
    <p:sldId id="269" r:id="rId20"/>
    <p:sldId id="262" r:id="rId21"/>
    <p:sldId id="268" r:id="rId22"/>
    <p:sldId id="258" r:id="rId23"/>
    <p:sldId id="272" r:id="rId24"/>
    <p:sldId id="274" r:id="rId25"/>
    <p:sldId id="275" r:id="rId26"/>
    <p:sldId id="277" r:id="rId27"/>
    <p:sldId id="278" r:id="rId28"/>
    <p:sldId id="276" r:id="rId29"/>
    <p:sldId id="280" r:id="rId30"/>
    <p:sldId id="282" r:id="rId31"/>
    <p:sldId id="281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ackground" id="{15DFB204-BFD6-4F4A-9B6E-988B1DFC68CA}">
          <p14:sldIdLst>
            <p14:sldId id="279"/>
            <p14:sldId id="271"/>
          </p14:sldIdLst>
        </p14:section>
        <p14:section name="Notation" id="{3CDD9DBC-2317-49AC-9A6B-EF20AA9CF5EC}">
          <p14:sldIdLst>
            <p14:sldId id="256"/>
            <p14:sldId id="270"/>
            <p14:sldId id="259"/>
            <p14:sldId id="260"/>
            <p14:sldId id="261"/>
            <p14:sldId id="263"/>
            <p14:sldId id="264"/>
            <p14:sldId id="265"/>
            <p14:sldId id="266"/>
            <p14:sldId id="267"/>
            <p14:sldId id="269"/>
            <p14:sldId id="262"/>
            <p14:sldId id="268"/>
            <p14:sldId id="258"/>
            <p14:sldId id="272"/>
          </p14:sldIdLst>
        </p14:section>
        <p14:section name="Tools" id="{312DA893-0771-4FA2-88F8-8CD3B8197FB7}">
          <p14:sldIdLst>
            <p14:sldId id="274"/>
            <p14:sldId id="275"/>
            <p14:sldId id="277"/>
            <p14:sldId id="278"/>
            <p14:sldId id="276"/>
            <p14:sldId id="280"/>
            <p14:sldId id="282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EA36AC-6893-0701-30D0-264A3E2F128A}" v="751" dt="2026-09-08T19:40:47.0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microsoft.com/office/2015/10/relationships/revisionInfo" Target="revisionInfo.xml"/><Relationship Id="rId21" Type="http://schemas.openxmlformats.org/officeDocument/2006/relationships/slide" Target="slides/slide14.xml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1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tableStyles" Target="tableStyles.xml"/><Relationship Id="rId5" Type="http://schemas.openxmlformats.org/officeDocument/2006/relationships/customXml" Target="../customXml/item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viewProps" Target="viewProps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tterbeck,Jonathan J." userId="S::481026@student.fontys.nl::45f8089f-5c50-4ab9-9f08-894438d841b3" providerId="AD" clId="Web-{EEEA36AC-6893-0701-30D0-264A3E2F128A}"/>
    <pc:docChg chg="addSld delSld modSld sldOrd modMainMaster addSection delSection modSection">
      <pc:chgData name="Lutterbeck,Jonathan J." userId="S::481026@student.fontys.nl::45f8089f-5c50-4ab9-9f08-894438d841b3" providerId="AD" clId="Web-{EEEA36AC-6893-0701-30D0-264A3E2F128A}" dt="2026-09-08T19:40:47.067" v="756" actId="20577"/>
      <pc:docMkLst>
        <pc:docMk/>
      </pc:docMkLst>
      <pc:sldChg chg="addSp modSp ord">
        <pc:chgData name="Lutterbeck,Jonathan J." userId="S::481026@student.fontys.nl::45f8089f-5c50-4ab9-9f08-894438d841b3" providerId="AD" clId="Web-{EEEA36AC-6893-0701-30D0-264A3E2F128A}" dt="2026-09-08T19:27:30.731" v="461"/>
        <pc:sldMkLst>
          <pc:docMk/>
          <pc:sldMk cId="109857222" sldId="256"/>
        </pc:sldMkLst>
        <pc:spChg chg="mod">
          <ac:chgData name="Lutterbeck,Jonathan J." userId="S::481026@student.fontys.nl::45f8089f-5c50-4ab9-9f08-894438d841b3" providerId="AD" clId="Web-{EEEA36AC-6893-0701-30D0-264A3E2F128A}" dt="2026-09-08T18:46:22.860" v="2" actId="20577"/>
          <ac:spMkLst>
            <pc:docMk/>
            <pc:sldMk cId="109857222" sldId="256"/>
            <ac:spMk id="2" creationId="{00000000-0000-0000-0000-000000000000}"/>
          </ac:spMkLst>
        </pc:spChg>
        <pc:spChg chg="add mod">
          <ac:chgData name="Lutterbeck,Jonathan J." userId="S::481026@student.fontys.nl::45f8089f-5c50-4ab9-9f08-894438d841b3" providerId="AD" clId="Web-{EEEA36AC-6893-0701-30D0-264A3E2F128A}" dt="2026-09-08T19:27:30.731" v="461"/>
          <ac:spMkLst>
            <pc:docMk/>
            <pc:sldMk cId="109857222" sldId="256"/>
            <ac:spMk id="4" creationId="{EF00E83F-1948-C380-EB5F-219D0BE77212}"/>
          </ac:spMkLst>
        </pc:spChg>
      </pc:sldChg>
      <pc:sldChg chg="addSp delSp modSp new del">
        <pc:chgData name="Lutterbeck,Jonathan J." userId="S::481026@student.fontys.nl::45f8089f-5c50-4ab9-9f08-894438d841b3" providerId="AD" clId="Web-{EEEA36AC-6893-0701-30D0-264A3E2F128A}" dt="2026-09-08T18:56:19.456" v="36"/>
        <pc:sldMkLst>
          <pc:docMk/>
          <pc:sldMk cId="3959933297" sldId="257"/>
        </pc:sldMkLst>
        <pc:spChg chg="mod">
          <ac:chgData name="Lutterbeck,Jonathan J." userId="S::481026@student.fontys.nl::45f8089f-5c50-4ab9-9f08-894438d841b3" providerId="AD" clId="Web-{EEEA36AC-6893-0701-30D0-264A3E2F128A}" dt="2026-09-08T18:46:39.470" v="8" actId="20577"/>
          <ac:spMkLst>
            <pc:docMk/>
            <pc:sldMk cId="3959933297" sldId="257"/>
            <ac:spMk id="2" creationId="{5BCC1353-433B-5A18-56FC-C3B421BB94F9}"/>
          </ac:spMkLst>
        </pc:spChg>
        <pc:spChg chg="del">
          <ac:chgData name="Lutterbeck,Jonathan J." userId="S::481026@student.fontys.nl::45f8089f-5c50-4ab9-9f08-894438d841b3" providerId="AD" clId="Web-{EEEA36AC-6893-0701-30D0-264A3E2F128A}" dt="2026-09-08T18:46:42.251" v="9"/>
          <ac:spMkLst>
            <pc:docMk/>
            <pc:sldMk cId="3959933297" sldId="257"/>
            <ac:spMk id="3" creationId="{25795386-37E7-5F3F-73FB-066513CE1ABF}"/>
          </ac:spMkLst>
        </pc:spChg>
        <pc:spChg chg="add del mod">
          <ac:chgData name="Lutterbeck,Jonathan J." userId="S::481026@student.fontys.nl::45f8089f-5c50-4ab9-9f08-894438d841b3" providerId="AD" clId="Web-{EEEA36AC-6893-0701-30D0-264A3E2F128A}" dt="2026-09-08T18:47:49.253" v="13"/>
          <ac:spMkLst>
            <pc:docMk/>
            <pc:sldMk cId="3959933297" sldId="257"/>
            <ac:spMk id="6" creationId="{DEE8B03A-9087-9BF6-B8E7-BBE7938EB822}"/>
          </ac:spMkLst>
        </pc:spChg>
        <pc:picChg chg="add del mod ord">
          <ac:chgData name="Lutterbeck,Jonathan J." userId="S::481026@student.fontys.nl::45f8089f-5c50-4ab9-9f08-894438d841b3" providerId="AD" clId="Web-{EEEA36AC-6893-0701-30D0-264A3E2F128A}" dt="2026-09-08T18:47:44.097" v="12"/>
          <ac:picMkLst>
            <pc:docMk/>
            <pc:sldMk cId="3959933297" sldId="257"/>
            <ac:picMk id="4" creationId="{D7580E31-067D-342D-ADD5-848BFA55DDDD}"/>
          </ac:picMkLst>
        </pc:picChg>
        <pc:picChg chg="add mod ord">
          <ac:chgData name="Lutterbeck,Jonathan J." userId="S::481026@student.fontys.nl::45f8089f-5c50-4ab9-9f08-894438d841b3" providerId="AD" clId="Web-{EEEA36AC-6893-0701-30D0-264A3E2F128A}" dt="2026-09-08T18:48:00.176" v="16" actId="14100"/>
          <ac:picMkLst>
            <pc:docMk/>
            <pc:sldMk cId="3959933297" sldId="257"/>
            <ac:picMk id="7" creationId="{61EC9647-5E8B-6786-D2F1-B1196662DADC}"/>
          </ac:picMkLst>
        </pc:picChg>
        <pc:picChg chg="add mod">
          <ac:chgData name="Lutterbeck,Jonathan J." userId="S::481026@student.fontys.nl::45f8089f-5c50-4ab9-9f08-894438d841b3" providerId="AD" clId="Web-{EEEA36AC-6893-0701-30D0-264A3E2F128A}" dt="2026-09-08T18:55:31.314" v="17"/>
          <ac:picMkLst>
            <pc:docMk/>
            <pc:sldMk cId="3959933297" sldId="257"/>
            <ac:picMk id="8" creationId="{DD735F3D-7B24-428B-F7EA-8C760D8A88BF}"/>
          </ac:picMkLst>
        </pc:picChg>
        <pc:picChg chg="add mod">
          <ac:chgData name="Lutterbeck,Jonathan J." userId="S::481026@student.fontys.nl::45f8089f-5c50-4ab9-9f08-894438d841b3" providerId="AD" clId="Web-{EEEA36AC-6893-0701-30D0-264A3E2F128A}" dt="2026-09-08T18:55:31.892" v="18"/>
          <ac:picMkLst>
            <pc:docMk/>
            <pc:sldMk cId="3959933297" sldId="257"/>
            <ac:picMk id="9" creationId="{6DA29A64-C327-5F85-11B9-CB30CCEA408E}"/>
          </ac:picMkLst>
        </pc:picChg>
        <pc:picChg chg="add mod">
          <ac:chgData name="Lutterbeck,Jonathan J." userId="S::481026@student.fontys.nl::45f8089f-5c50-4ab9-9f08-894438d841b3" providerId="AD" clId="Web-{EEEA36AC-6893-0701-30D0-264A3E2F128A}" dt="2026-09-08T18:55:32.205" v="19"/>
          <ac:picMkLst>
            <pc:docMk/>
            <pc:sldMk cId="3959933297" sldId="257"/>
            <ac:picMk id="10" creationId="{62C7F0CF-5035-6B47-F291-A1BED0E45C47}"/>
          </ac:picMkLst>
        </pc:picChg>
        <pc:picChg chg="add mod">
          <ac:chgData name="Lutterbeck,Jonathan J." userId="S::481026@student.fontys.nl::45f8089f-5c50-4ab9-9f08-894438d841b3" providerId="AD" clId="Web-{EEEA36AC-6893-0701-30D0-264A3E2F128A}" dt="2026-09-08T18:55:32.439" v="20"/>
          <ac:picMkLst>
            <pc:docMk/>
            <pc:sldMk cId="3959933297" sldId="257"/>
            <ac:picMk id="11" creationId="{23DF6909-44E4-2219-DEB7-A35E159E7BA8}"/>
          </ac:picMkLst>
        </pc:picChg>
        <pc:picChg chg="add mod">
          <ac:chgData name="Lutterbeck,Jonathan J." userId="S::481026@student.fontys.nl::45f8089f-5c50-4ab9-9f08-894438d841b3" providerId="AD" clId="Web-{EEEA36AC-6893-0701-30D0-264A3E2F128A}" dt="2026-09-08T18:55:32.736" v="21"/>
          <ac:picMkLst>
            <pc:docMk/>
            <pc:sldMk cId="3959933297" sldId="257"/>
            <ac:picMk id="12" creationId="{CC3F74C1-7D6E-BE33-7203-FC87B2434297}"/>
          </ac:picMkLst>
        </pc:picChg>
        <pc:picChg chg="add mod">
          <ac:chgData name="Lutterbeck,Jonathan J." userId="S::481026@student.fontys.nl::45f8089f-5c50-4ab9-9f08-894438d841b3" providerId="AD" clId="Web-{EEEA36AC-6893-0701-30D0-264A3E2F128A}" dt="2026-09-08T18:55:33.017" v="22"/>
          <ac:picMkLst>
            <pc:docMk/>
            <pc:sldMk cId="3959933297" sldId="257"/>
            <ac:picMk id="13" creationId="{E25F6B01-C7CD-5808-385D-BD6CDEAB49B5}"/>
          </ac:picMkLst>
        </pc:picChg>
        <pc:picChg chg="add mod">
          <ac:chgData name="Lutterbeck,Jonathan J." userId="S::481026@student.fontys.nl::45f8089f-5c50-4ab9-9f08-894438d841b3" providerId="AD" clId="Web-{EEEA36AC-6893-0701-30D0-264A3E2F128A}" dt="2026-09-08T18:55:33.314" v="23"/>
          <ac:picMkLst>
            <pc:docMk/>
            <pc:sldMk cId="3959933297" sldId="257"/>
            <ac:picMk id="14" creationId="{60CB8099-6456-5471-ECA0-FC6F0AA99E1B}"/>
          </ac:picMkLst>
        </pc:picChg>
        <pc:picChg chg="add mod">
          <ac:chgData name="Lutterbeck,Jonathan J." userId="S::481026@student.fontys.nl::45f8089f-5c50-4ab9-9f08-894438d841b3" providerId="AD" clId="Web-{EEEA36AC-6893-0701-30D0-264A3E2F128A}" dt="2026-09-08T18:55:33.673" v="24"/>
          <ac:picMkLst>
            <pc:docMk/>
            <pc:sldMk cId="3959933297" sldId="257"/>
            <ac:picMk id="15" creationId="{70D33192-EB07-7D62-0D7E-E69DCA6910DF}"/>
          </ac:picMkLst>
        </pc:picChg>
        <pc:picChg chg="add mod">
          <ac:chgData name="Lutterbeck,Jonathan J." userId="S::481026@student.fontys.nl::45f8089f-5c50-4ab9-9f08-894438d841b3" providerId="AD" clId="Web-{EEEA36AC-6893-0701-30D0-264A3E2F128A}" dt="2026-09-08T18:55:34.548" v="25"/>
          <ac:picMkLst>
            <pc:docMk/>
            <pc:sldMk cId="3959933297" sldId="257"/>
            <ac:picMk id="16" creationId="{439034DB-E8FF-A0C1-24E3-492F04451FF1}"/>
          </ac:picMkLst>
        </pc:picChg>
        <pc:picChg chg="add mod">
          <ac:chgData name="Lutterbeck,Jonathan J." userId="S::481026@student.fontys.nl::45f8089f-5c50-4ab9-9f08-894438d841b3" providerId="AD" clId="Web-{EEEA36AC-6893-0701-30D0-264A3E2F128A}" dt="2026-09-08T18:55:34.767" v="26"/>
          <ac:picMkLst>
            <pc:docMk/>
            <pc:sldMk cId="3959933297" sldId="257"/>
            <ac:picMk id="17" creationId="{9473FA33-D148-4B49-D229-C046CB82A51A}"/>
          </ac:picMkLst>
        </pc:picChg>
        <pc:picChg chg="add mod">
          <ac:chgData name="Lutterbeck,Jonathan J." userId="S::481026@student.fontys.nl::45f8089f-5c50-4ab9-9f08-894438d841b3" providerId="AD" clId="Web-{EEEA36AC-6893-0701-30D0-264A3E2F128A}" dt="2026-09-08T18:55:34.908" v="27"/>
          <ac:picMkLst>
            <pc:docMk/>
            <pc:sldMk cId="3959933297" sldId="257"/>
            <ac:picMk id="18" creationId="{2BF3D82B-71D4-5F20-03BD-884793C7D007}"/>
          </ac:picMkLst>
        </pc:picChg>
        <pc:picChg chg="add mod">
          <ac:chgData name="Lutterbeck,Jonathan J." userId="S::481026@student.fontys.nl::45f8089f-5c50-4ab9-9f08-894438d841b3" providerId="AD" clId="Web-{EEEA36AC-6893-0701-30D0-264A3E2F128A}" dt="2026-09-08T18:56:08.565" v="35" actId="1076"/>
          <ac:picMkLst>
            <pc:docMk/>
            <pc:sldMk cId="3959933297" sldId="257"/>
            <ac:picMk id="19" creationId="{721350C5-D4CF-92B8-416C-3A9C23FA3208}"/>
          </ac:picMkLst>
        </pc:picChg>
        <pc:picChg chg="add del mod">
          <ac:chgData name="Lutterbeck,Jonathan J." userId="S::481026@student.fontys.nl::45f8089f-5c50-4ab9-9f08-894438d841b3" providerId="AD" clId="Web-{EEEA36AC-6893-0701-30D0-264A3E2F128A}" dt="2026-09-08T18:55:54.424" v="33"/>
          <ac:picMkLst>
            <pc:docMk/>
            <pc:sldMk cId="3959933297" sldId="257"/>
            <ac:picMk id="20" creationId="{6C55C88E-1E3C-7E72-7A97-AA48D2817C36}"/>
          </ac:picMkLst>
        </pc:picChg>
        <pc:picChg chg="add del mod">
          <ac:chgData name="Lutterbeck,Jonathan J." userId="S::481026@student.fontys.nl::45f8089f-5c50-4ab9-9f08-894438d841b3" providerId="AD" clId="Web-{EEEA36AC-6893-0701-30D0-264A3E2F128A}" dt="2026-09-08T18:55:53.346" v="32"/>
          <ac:picMkLst>
            <pc:docMk/>
            <pc:sldMk cId="3959933297" sldId="257"/>
            <ac:picMk id="21" creationId="{9B1CA7FF-35A5-245D-0010-9686AEAC1A11}"/>
          </ac:picMkLst>
        </pc:picChg>
      </pc:sldChg>
      <pc:sldChg chg="addSp delSp modSp new ord modNotes">
        <pc:chgData name="Lutterbeck,Jonathan J." userId="S::481026@student.fontys.nl::45f8089f-5c50-4ab9-9f08-894438d841b3" providerId="AD" clId="Web-{EEEA36AC-6893-0701-30D0-264A3E2F128A}" dt="2026-09-08T19:28:54.233" v="471" actId="1076"/>
        <pc:sldMkLst>
          <pc:docMk/>
          <pc:sldMk cId="2549955998" sldId="258"/>
        </pc:sldMkLst>
        <pc:spChg chg="mod">
          <ac:chgData name="Lutterbeck,Jonathan J." userId="S::481026@student.fontys.nl::45f8089f-5c50-4ab9-9f08-894438d841b3" providerId="AD" clId="Web-{EEEA36AC-6893-0701-30D0-264A3E2F128A}" dt="2026-09-08T19:10:36.638" v="306" actId="20577"/>
          <ac:spMkLst>
            <pc:docMk/>
            <pc:sldMk cId="2549955998" sldId="258"/>
            <ac:spMk id="2" creationId="{D45F6C24-875C-02A5-B243-EB7C5BA5C23B}"/>
          </ac:spMkLst>
        </pc:spChg>
        <pc:spChg chg="del">
          <ac:chgData name="Lutterbeck,Jonathan J." userId="S::481026@student.fontys.nl::45f8089f-5c50-4ab9-9f08-894438d841b3" providerId="AD" clId="Web-{EEEA36AC-6893-0701-30D0-264A3E2F128A}" dt="2026-09-08T18:57:04.457" v="37"/>
          <ac:spMkLst>
            <pc:docMk/>
            <pc:sldMk cId="2549955998" sldId="258"/>
            <ac:spMk id="3" creationId="{13973BD2-5645-A392-24D5-AC3D90F2C807}"/>
          </ac:spMkLst>
        </pc:spChg>
        <pc:spChg chg="add mod">
          <ac:chgData name="Lutterbeck,Jonathan J." userId="S::481026@student.fontys.nl::45f8089f-5c50-4ab9-9f08-894438d841b3" providerId="AD" clId="Web-{EEEA36AC-6893-0701-30D0-264A3E2F128A}" dt="2026-09-08T19:27:30.731" v="461"/>
          <ac:spMkLst>
            <pc:docMk/>
            <pc:sldMk cId="2549955998" sldId="258"/>
            <ac:spMk id="5" creationId="{85604C01-7179-645F-10A6-3D53ADEAE3EE}"/>
          </ac:spMkLst>
        </pc:spChg>
        <pc:spChg chg="add mod">
          <ac:chgData name="Lutterbeck,Jonathan J." userId="S::481026@student.fontys.nl::45f8089f-5c50-4ab9-9f08-894438d841b3" providerId="AD" clId="Web-{EEEA36AC-6893-0701-30D0-264A3E2F128A}" dt="2026-09-08T19:28:54.233" v="471" actId="1076"/>
          <ac:spMkLst>
            <pc:docMk/>
            <pc:sldMk cId="2549955998" sldId="258"/>
            <ac:spMk id="6" creationId="{9326CB00-D3F7-70FD-B736-B1DB79E39903}"/>
          </ac:spMkLst>
        </pc:spChg>
        <pc:picChg chg="add mod ord">
          <ac:chgData name="Lutterbeck,Jonathan J." userId="S::481026@student.fontys.nl::45f8089f-5c50-4ab9-9f08-894438d841b3" providerId="AD" clId="Web-{EEEA36AC-6893-0701-30D0-264A3E2F128A}" dt="2026-09-08T18:59:01.961" v="66" actId="1076"/>
          <ac:picMkLst>
            <pc:docMk/>
            <pc:sldMk cId="2549955998" sldId="258"/>
            <ac:picMk id="4" creationId="{082E72D9-0842-141E-5ED0-1CDB3CFBED7E}"/>
          </ac:picMkLst>
        </pc:picChg>
      </pc:sldChg>
      <pc:sldChg chg="addSp delSp modSp new">
        <pc:chgData name="Lutterbeck,Jonathan J." userId="S::481026@student.fontys.nl::45f8089f-5c50-4ab9-9f08-894438d841b3" providerId="AD" clId="Web-{EEEA36AC-6893-0701-30D0-264A3E2F128A}" dt="2026-09-08T19:27:30.731" v="461"/>
        <pc:sldMkLst>
          <pc:docMk/>
          <pc:sldMk cId="3386533530" sldId="259"/>
        </pc:sldMkLst>
        <pc:spChg chg="del">
          <ac:chgData name="Lutterbeck,Jonathan J." userId="S::481026@student.fontys.nl::45f8089f-5c50-4ab9-9f08-894438d841b3" providerId="AD" clId="Web-{EEEA36AC-6893-0701-30D0-264A3E2F128A}" dt="2026-09-08T18:57:11.489" v="39"/>
          <ac:spMkLst>
            <pc:docMk/>
            <pc:sldMk cId="3386533530" sldId="259"/>
            <ac:spMk id="3" creationId="{685273AC-0A72-1A73-D001-31C8535D2911}"/>
          </ac:spMkLst>
        </pc:spChg>
        <pc:spChg chg="add mod">
          <ac:chgData name="Lutterbeck,Jonathan J." userId="S::481026@student.fontys.nl::45f8089f-5c50-4ab9-9f08-894438d841b3" providerId="AD" clId="Web-{EEEA36AC-6893-0701-30D0-264A3E2F128A}" dt="2026-09-08T19:27:30.731" v="461"/>
          <ac:spMkLst>
            <pc:docMk/>
            <pc:sldMk cId="3386533530" sldId="259"/>
            <ac:spMk id="5" creationId="{636B9DC1-2D98-DC07-4A4D-4D7EEB3BB4D5}"/>
          </ac:spMkLst>
        </pc:spChg>
        <pc:picChg chg="add mod ord">
          <ac:chgData name="Lutterbeck,Jonathan J." userId="S::481026@student.fontys.nl::45f8089f-5c50-4ab9-9f08-894438d841b3" providerId="AD" clId="Web-{EEEA36AC-6893-0701-30D0-264A3E2F128A}" dt="2026-09-08T18:57:11.489" v="39"/>
          <ac:picMkLst>
            <pc:docMk/>
            <pc:sldMk cId="3386533530" sldId="259"/>
            <ac:picMk id="4" creationId="{6C353465-6879-90B3-420F-0CC7886CBB82}"/>
          </ac:picMkLst>
        </pc:picChg>
      </pc:sldChg>
      <pc:sldChg chg="addSp delSp modSp new">
        <pc:chgData name="Lutterbeck,Jonathan J." userId="S::481026@student.fontys.nl::45f8089f-5c50-4ab9-9f08-894438d841b3" providerId="AD" clId="Web-{EEEA36AC-6893-0701-30D0-264A3E2F128A}" dt="2026-09-08T19:27:30.731" v="461"/>
        <pc:sldMkLst>
          <pc:docMk/>
          <pc:sldMk cId="4181762311" sldId="260"/>
        </pc:sldMkLst>
        <pc:spChg chg="del">
          <ac:chgData name="Lutterbeck,Jonathan J." userId="S::481026@student.fontys.nl::45f8089f-5c50-4ab9-9f08-894438d841b3" providerId="AD" clId="Web-{EEEA36AC-6893-0701-30D0-264A3E2F128A}" dt="2026-09-08T18:57:24.396" v="43"/>
          <ac:spMkLst>
            <pc:docMk/>
            <pc:sldMk cId="4181762311" sldId="260"/>
            <ac:spMk id="3" creationId="{A0E98937-1595-EC31-2DAE-0FCF54F30C25}"/>
          </ac:spMkLst>
        </pc:spChg>
        <pc:spChg chg="add mod">
          <ac:chgData name="Lutterbeck,Jonathan J." userId="S::481026@student.fontys.nl::45f8089f-5c50-4ab9-9f08-894438d841b3" providerId="AD" clId="Web-{EEEA36AC-6893-0701-30D0-264A3E2F128A}" dt="2026-09-08T19:27:30.731" v="461"/>
          <ac:spMkLst>
            <pc:docMk/>
            <pc:sldMk cId="4181762311" sldId="260"/>
            <ac:spMk id="5" creationId="{76781AC5-36FE-662A-108B-E5EC17A600C1}"/>
          </ac:spMkLst>
        </pc:spChg>
        <pc:picChg chg="add mod ord">
          <ac:chgData name="Lutterbeck,Jonathan J." userId="S::481026@student.fontys.nl::45f8089f-5c50-4ab9-9f08-894438d841b3" providerId="AD" clId="Web-{EEEA36AC-6893-0701-30D0-264A3E2F128A}" dt="2026-09-08T18:57:24.396" v="43"/>
          <ac:picMkLst>
            <pc:docMk/>
            <pc:sldMk cId="4181762311" sldId="260"/>
            <ac:picMk id="4" creationId="{045CEF8A-E293-885A-CEBE-BE231938CE00}"/>
          </ac:picMkLst>
        </pc:picChg>
      </pc:sldChg>
      <pc:sldChg chg="addSp delSp modSp new ord">
        <pc:chgData name="Lutterbeck,Jonathan J." userId="S::481026@student.fontys.nl::45f8089f-5c50-4ab9-9f08-894438d841b3" providerId="AD" clId="Web-{EEEA36AC-6893-0701-30D0-264A3E2F128A}" dt="2026-09-08T19:27:30.731" v="461"/>
        <pc:sldMkLst>
          <pc:docMk/>
          <pc:sldMk cId="3469223664" sldId="261"/>
        </pc:sldMkLst>
        <pc:spChg chg="del">
          <ac:chgData name="Lutterbeck,Jonathan J." userId="S::481026@student.fontys.nl::45f8089f-5c50-4ab9-9f08-894438d841b3" providerId="AD" clId="Web-{EEEA36AC-6893-0701-30D0-264A3E2F128A}" dt="2026-09-08T18:57:20.083" v="42"/>
          <ac:spMkLst>
            <pc:docMk/>
            <pc:sldMk cId="3469223664" sldId="261"/>
            <ac:spMk id="3" creationId="{976B222E-5485-7543-298D-12355EF03413}"/>
          </ac:spMkLst>
        </pc:spChg>
        <pc:spChg chg="add mod">
          <ac:chgData name="Lutterbeck,Jonathan J." userId="S::481026@student.fontys.nl::45f8089f-5c50-4ab9-9f08-894438d841b3" providerId="AD" clId="Web-{EEEA36AC-6893-0701-30D0-264A3E2F128A}" dt="2026-09-08T19:27:30.731" v="461"/>
          <ac:spMkLst>
            <pc:docMk/>
            <pc:sldMk cId="3469223664" sldId="261"/>
            <ac:spMk id="5" creationId="{F92040AC-3E11-1805-76A6-70A1730FB682}"/>
          </ac:spMkLst>
        </pc:spChg>
        <pc:picChg chg="add mod ord">
          <ac:chgData name="Lutterbeck,Jonathan J." userId="S::481026@student.fontys.nl::45f8089f-5c50-4ab9-9f08-894438d841b3" providerId="AD" clId="Web-{EEEA36AC-6893-0701-30D0-264A3E2F128A}" dt="2026-09-08T18:57:20.083" v="42"/>
          <ac:picMkLst>
            <pc:docMk/>
            <pc:sldMk cId="3469223664" sldId="261"/>
            <ac:picMk id="4" creationId="{665D92C3-036E-1E70-143D-01B88B37F328}"/>
          </ac:picMkLst>
        </pc:picChg>
      </pc:sldChg>
      <pc:sldChg chg="addSp delSp modSp new">
        <pc:chgData name="Lutterbeck,Jonathan J." userId="S::481026@student.fontys.nl::45f8089f-5c50-4ab9-9f08-894438d841b3" providerId="AD" clId="Web-{EEEA36AC-6893-0701-30D0-264A3E2F128A}" dt="2026-09-08T19:27:30.731" v="461"/>
        <pc:sldMkLst>
          <pc:docMk/>
          <pc:sldMk cId="94190260" sldId="262"/>
        </pc:sldMkLst>
        <pc:spChg chg="del">
          <ac:chgData name="Lutterbeck,Jonathan J." userId="S::481026@student.fontys.nl::45f8089f-5c50-4ab9-9f08-894438d841b3" providerId="AD" clId="Web-{EEEA36AC-6893-0701-30D0-264A3E2F128A}" dt="2026-09-08T18:57:29.818" v="45"/>
          <ac:spMkLst>
            <pc:docMk/>
            <pc:sldMk cId="94190260" sldId="262"/>
            <ac:spMk id="3" creationId="{FFED1D02-0EBA-0FDA-AA97-E85F68675250}"/>
          </ac:spMkLst>
        </pc:spChg>
        <pc:spChg chg="add mod">
          <ac:chgData name="Lutterbeck,Jonathan J." userId="S::481026@student.fontys.nl::45f8089f-5c50-4ab9-9f08-894438d841b3" providerId="AD" clId="Web-{EEEA36AC-6893-0701-30D0-264A3E2F128A}" dt="2026-09-08T19:27:30.731" v="461"/>
          <ac:spMkLst>
            <pc:docMk/>
            <pc:sldMk cId="94190260" sldId="262"/>
            <ac:spMk id="5" creationId="{C3E5BDC1-0FBA-AD43-C9C7-C692D2335B7B}"/>
          </ac:spMkLst>
        </pc:spChg>
        <pc:picChg chg="add mod ord">
          <ac:chgData name="Lutterbeck,Jonathan J." userId="S::481026@student.fontys.nl::45f8089f-5c50-4ab9-9f08-894438d841b3" providerId="AD" clId="Web-{EEEA36AC-6893-0701-30D0-264A3E2F128A}" dt="2026-09-08T18:57:29.818" v="45"/>
          <ac:picMkLst>
            <pc:docMk/>
            <pc:sldMk cId="94190260" sldId="262"/>
            <ac:picMk id="4" creationId="{52AF62DE-3792-338A-4B8F-0B23EB3AD966}"/>
          </ac:picMkLst>
        </pc:picChg>
      </pc:sldChg>
      <pc:sldChg chg="addSp delSp modSp new">
        <pc:chgData name="Lutterbeck,Jonathan J." userId="S::481026@student.fontys.nl::45f8089f-5c50-4ab9-9f08-894438d841b3" providerId="AD" clId="Web-{EEEA36AC-6893-0701-30D0-264A3E2F128A}" dt="2026-09-08T19:27:30.731" v="461"/>
        <pc:sldMkLst>
          <pc:docMk/>
          <pc:sldMk cId="2139034315" sldId="263"/>
        </pc:sldMkLst>
        <pc:spChg chg="del">
          <ac:chgData name="Lutterbeck,Jonathan J." userId="S::481026@student.fontys.nl::45f8089f-5c50-4ab9-9f08-894438d841b3" providerId="AD" clId="Web-{EEEA36AC-6893-0701-30D0-264A3E2F128A}" dt="2026-09-08T18:57:43.505" v="48"/>
          <ac:spMkLst>
            <pc:docMk/>
            <pc:sldMk cId="2139034315" sldId="263"/>
            <ac:spMk id="3" creationId="{2900D70F-A14E-2A71-7365-18F02F56FE0F}"/>
          </ac:spMkLst>
        </pc:spChg>
        <pc:spChg chg="add mod">
          <ac:chgData name="Lutterbeck,Jonathan J." userId="S::481026@student.fontys.nl::45f8089f-5c50-4ab9-9f08-894438d841b3" providerId="AD" clId="Web-{EEEA36AC-6893-0701-30D0-264A3E2F128A}" dt="2026-09-08T19:27:30.731" v="461"/>
          <ac:spMkLst>
            <pc:docMk/>
            <pc:sldMk cId="2139034315" sldId="263"/>
            <ac:spMk id="5" creationId="{3324FBBE-6BEA-1B34-E7C3-B25A52A48BE7}"/>
          </ac:spMkLst>
        </pc:spChg>
        <pc:picChg chg="add mod ord">
          <ac:chgData name="Lutterbeck,Jonathan J." userId="S::481026@student.fontys.nl::45f8089f-5c50-4ab9-9f08-894438d841b3" providerId="AD" clId="Web-{EEEA36AC-6893-0701-30D0-264A3E2F128A}" dt="2026-09-08T18:57:43.505" v="48"/>
          <ac:picMkLst>
            <pc:docMk/>
            <pc:sldMk cId="2139034315" sldId="263"/>
            <ac:picMk id="4" creationId="{B5765CCA-FE9A-FF9F-0569-5FB227AB7D46}"/>
          </ac:picMkLst>
        </pc:picChg>
      </pc:sldChg>
      <pc:sldChg chg="addSp delSp modSp new">
        <pc:chgData name="Lutterbeck,Jonathan J." userId="S::481026@student.fontys.nl::45f8089f-5c50-4ab9-9f08-894438d841b3" providerId="AD" clId="Web-{EEEA36AC-6893-0701-30D0-264A3E2F128A}" dt="2026-09-08T19:27:30.731" v="461"/>
        <pc:sldMkLst>
          <pc:docMk/>
          <pc:sldMk cId="2110549369" sldId="264"/>
        </pc:sldMkLst>
        <pc:spChg chg="del">
          <ac:chgData name="Lutterbeck,Jonathan J." userId="S::481026@student.fontys.nl::45f8089f-5c50-4ab9-9f08-894438d841b3" providerId="AD" clId="Web-{EEEA36AC-6893-0701-30D0-264A3E2F128A}" dt="2026-09-08T18:57:48.209" v="50"/>
          <ac:spMkLst>
            <pc:docMk/>
            <pc:sldMk cId="2110549369" sldId="264"/>
            <ac:spMk id="3" creationId="{7274496B-74F5-7D72-CB8D-1266C1A32509}"/>
          </ac:spMkLst>
        </pc:spChg>
        <pc:spChg chg="add mod">
          <ac:chgData name="Lutterbeck,Jonathan J." userId="S::481026@student.fontys.nl::45f8089f-5c50-4ab9-9f08-894438d841b3" providerId="AD" clId="Web-{EEEA36AC-6893-0701-30D0-264A3E2F128A}" dt="2026-09-08T19:27:30.731" v="461"/>
          <ac:spMkLst>
            <pc:docMk/>
            <pc:sldMk cId="2110549369" sldId="264"/>
            <ac:spMk id="5" creationId="{AA0FC47A-07A4-AF10-976A-BA3B429A8883}"/>
          </ac:spMkLst>
        </pc:spChg>
        <pc:picChg chg="add mod ord">
          <ac:chgData name="Lutterbeck,Jonathan J." userId="S::481026@student.fontys.nl::45f8089f-5c50-4ab9-9f08-894438d841b3" providerId="AD" clId="Web-{EEEA36AC-6893-0701-30D0-264A3E2F128A}" dt="2026-09-08T18:57:48.209" v="50"/>
          <ac:picMkLst>
            <pc:docMk/>
            <pc:sldMk cId="2110549369" sldId="264"/>
            <ac:picMk id="4" creationId="{565BD34B-ED0F-4961-96E1-4EAF2D25B75F}"/>
          </ac:picMkLst>
        </pc:picChg>
      </pc:sldChg>
      <pc:sldChg chg="addSp delSp modSp new">
        <pc:chgData name="Lutterbeck,Jonathan J." userId="S::481026@student.fontys.nl::45f8089f-5c50-4ab9-9f08-894438d841b3" providerId="AD" clId="Web-{EEEA36AC-6893-0701-30D0-264A3E2F128A}" dt="2026-09-08T19:27:30.731" v="461"/>
        <pc:sldMkLst>
          <pc:docMk/>
          <pc:sldMk cId="2942378333" sldId="265"/>
        </pc:sldMkLst>
        <pc:spChg chg="del">
          <ac:chgData name="Lutterbeck,Jonathan J." userId="S::481026@student.fontys.nl::45f8089f-5c50-4ab9-9f08-894438d841b3" providerId="AD" clId="Web-{EEEA36AC-6893-0701-30D0-264A3E2F128A}" dt="2026-09-08T18:57:54.646" v="52"/>
          <ac:spMkLst>
            <pc:docMk/>
            <pc:sldMk cId="2942378333" sldId="265"/>
            <ac:spMk id="3" creationId="{F0CB886B-EAE5-9D77-5A59-3F19D46B3D04}"/>
          </ac:spMkLst>
        </pc:spChg>
        <pc:spChg chg="add mod">
          <ac:chgData name="Lutterbeck,Jonathan J." userId="S::481026@student.fontys.nl::45f8089f-5c50-4ab9-9f08-894438d841b3" providerId="AD" clId="Web-{EEEA36AC-6893-0701-30D0-264A3E2F128A}" dt="2026-09-08T19:27:30.731" v="461"/>
          <ac:spMkLst>
            <pc:docMk/>
            <pc:sldMk cId="2942378333" sldId="265"/>
            <ac:spMk id="5" creationId="{B08AB562-2CB5-50E6-0286-7FF05F24EBDC}"/>
          </ac:spMkLst>
        </pc:spChg>
        <pc:picChg chg="add mod ord">
          <ac:chgData name="Lutterbeck,Jonathan J." userId="S::481026@student.fontys.nl::45f8089f-5c50-4ab9-9f08-894438d841b3" providerId="AD" clId="Web-{EEEA36AC-6893-0701-30D0-264A3E2F128A}" dt="2026-09-08T18:57:54.646" v="52"/>
          <ac:picMkLst>
            <pc:docMk/>
            <pc:sldMk cId="2942378333" sldId="265"/>
            <ac:picMk id="4" creationId="{5857BC44-659C-BA16-6220-CAACFE7C625B}"/>
          </ac:picMkLst>
        </pc:picChg>
      </pc:sldChg>
      <pc:sldChg chg="addSp delSp modSp new">
        <pc:chgData name="Lutterbeck,Jonathan J." userId="S::481026@student.fontys.nl::45f8089f-5c50-4ab9-9f08-894438d841b3" providerId="AD" clId="Web-{EEEA36AC-6893-0701-30D0-264A3E2F128A}" dt="2026-09-08T19:27:30.731" v="461"/>
        <pc:sldMkLst>
          <pc:docMk/>
          <pc:sldMk cId="533011157" sldId="266"/>
        </pc:sldMkLst>
        <pc:spChg chg="del">
          <ac:chgData name="Lutterbeck,Jonathan J." userId="S::481026@student.fontys.nl::45f8089f-5c50-4ab9-9f08-894438d841b3" providerId="AD" clId="Web-{EEEA36AC-6893-0701-30D0-264A3E2F128A}" dt="2026-09-08T18:58:00.865" v="54"/>
          <ac:spMkLst>
            <pc:docMk/>
            <pc:sldMk cId="533011157" sldId="266"/>
            <ac:spMk id="3" creationId="{07F328FE-ED2D-0863-CCFA-75523F11A67A}"/>
          </ac:spMkLst>
        </pc:spChg>
        <pc:spChg chg="add mod">
          <ac:chgData name="Lutterbeck,Jonathan J." userId="S::481026@student.fontys.nl::45f8089f-5c50-4ab9-9f08-894438d841b3" providerId="AD" clId="Web-{EEEA36AC-6893-0701-30D0-264A3E2F128A}" dt="2026-09-08T19:27:30.731" v="461"/>
          <ac:spMkLst>
            <pc:docMk/>
            <pc:sldMk cId="533011157" sldId="266"/>
            <ac:spMk id="5" creationId="{7B9E1017-00D5-BB85-6B8A-BECD76760184}"/>
          </ac:spMkLst>
        </pc:spChg>
        <pc:picChg chg="add mod ord">
          <ac:chgData name="Lutterbeck,Jonathan J." userId="S::481026@student.fontys.nl::45f8089f-5c50-4ab9-9f08-894438d841b3" providerId="AD" clId="Web-{EEEA36AC-6893-0701-30D0-264A3E2F128A}" dt="2026-09-08T18:58:00.865" v="54"/>
          <ac:picMkLst>
            <pc:docMk/>
            <pc:sldMk cId="533011157" sldId="266"/>
            <ac:picMk id="4" creationId="{29ED399F-FA92-7CC7-2A8E-DE8B2BAE61E9}"/>
          </ac:picMkLst>
        </pc:picChg>
      </pc:sldChg>
      <pc:sldChg chg="addSp delSp modSp new">
        <pc:chgData name="Lutterbeck,Jonathan J." userId="S::481026@student.fontys.nl::45f8089f-5c50-4ab9-9f08-894438d841b3" providerId="AD" clId="Web-{EEEA36AC-6893-0701-30D0-264A3E2F128A}" dt="2026-09-08T19:27:30.731" v="461"/>
        <pc:sldMkLst>
          <pc:docMk/>
          <pc:sldMk cId="2784795077" sldId="267"/>
        </pc:sldMkLst>
        <pc:spChg chg="del">
          <ac:chgData name="Lutterbeck,Jonathan J." userId="S::481026@student.fontys.nl::45f8089f-5c50-4ab9-9f08-894438d841b3" providerId="AD" clId="Web-{EEEA36AC-6893-0701-30D0-264A3E2F128A}" dt="2026-09-08T18:58:07.100" v="56"/>
          <ac:spMkLst>
            <pc:docMk/>
            <pc:sldMk cId="2784795077" sldId="267"/>
            <ac:spMk id="3" creationId="{D58ACED0-4024-AD94-3D22-2CB349211382}"/>
          </ac:spMkLst>
        </pc:spChg>
        <pc:spChg chg="add mod">
          <ac:chgData name="Lutterbeck,Jonathan J." userId="S::481026@student.fontys.nl::45f8089f-5c50-4ab9-9f08-894438d841b3" providerId="AD" clId="Web-{EEEA36AC-6893-0701-30D0-264A3E2F128A}" dt="2026-09-08T19:27:30.731" v="461"/>
          <ac:spMkLst>
            <pc:docMk/>
            <pc:sldMk cId="2784795077" sldId="267"/>
            <ac:spMk id="5" creationId="{093DB00F-0E46-F1FC-D566-5C96CBCA4297}"/>
          </ac:spMkLst>
        </pc:spChg>
        <pc:picChg chg="add mod ord">
          <ac:chgData name="Lutterbeck,Jonathan J." userId="S::481026@student.fontys.nl::45f8089f-5c50-4ab9-9f08-894438d841b3" providerId="AD" clId="Web-{EEEA36AC-6893-0701-30D0-264A3E2F128A}" dt="2026-09-08T18:58:07.100" v="56"/>
          <ac:picMkLst>
            <pc:docMk/>
            <pc:sldMk cId="2784795077" sldId="267"/>
            <ac:picMk id="4" creationId="{9784FA3C-5487-90D4-F8DD-73844B1FDB35}"/>
          </ac:picMkLst>
        </pc:picChg>
      </pc:sldChg>
      <pc:sldChg chg="addSp delSp modSp new ord">
        <pc:chgData name="Lutterbeck,Jonathan J." userId="S::481026@student.fontys.nl::45f8089f-5c50-4ab9-9f08-894438d841b3" providerId="AD" clId="Web-{EEEA36AC-6893-0701-30D0-264A3E2F128A}" dt="2026-09-08T19:27:30.731" v="461"/>
        <pc:sldMkLst>
          <pc:docMk/>
          <pc:sldMk cId="4200871560" sldId="268"/>
        </pc:sldMkLst>
        <pc:spChg chg="del">
          <ac:chgData name="Lutterbeck,Jonathan J." userId="S::481026@student.fontys.nl::45f8089f-5c50-4ab9-9f08-894438d841b3" providerId="AD" clId="Web-{EEEA36AC-6893-0701-30D0-264A3E2F128A}" dt="2026-09-08T18:58:10.350" v="58"/>
          <ac:spMkLst>
            <pc:docMk/>
            <pc:sldMk cId="4200871560" sldId="268"/>
            <ac:spMk id="3" creationId="{905B4C51-5E5B-0C6B-85F4-BDA8E0DA2607}"/>
          </ac:spMkLst>
        </pc:spChg>
        <pc:spChg chg="add mod">
          <ac:chgData name="Lutterbeck,Jonathan J." userId="S::481026@student.fontys.nl::45f8089f-5c50-4ab9-9f08-894438d841b3" providerId="AD" clId="Web-{EEEA36AC-6893-0701-30D0-264A3E2F128A}" dt="2026-09-08T19:27:30.731" v="461"/>
          <ac:spMkLst>
            <pc:docMk/>
            <pc:sldMk cId="4200871560" sldId="268"/>
            <ac:spMk id="5" creationId="{AE370402-CB3D-3F49-1432-17EAD9E03399}"/>
          </ac:spMkLst>
        </pc:spChg>
        <pc:picChg chg="add mod ord">
          <ac:chgData name="Lutterbeck,Jonathan J." userId="S::481026@student.fontys.nl::45f8089f-5c50-4ab9-9f08-894438d841b3" providerId="AD" clId="Web-{EEEA36AC-6893-0701-30D0-264A3E2F128A}" dt="2026-09-08T18:58:10.350" v="58"/>
          <ac:picMkLst>
            <pc:docMk/>
            <pc:sldMk cId="4200871560" sldId="268"/>
            <ac:picMk id="4" creationId="{FD2865C2-81FA-8CBB-6533-8D0C241B0D43}"/>
          </ac:picMkLst>
        </pc:picChg>
      </pc:sldChg>
      <pc:sldChg chg="addSp delSp modSp new">
        <pc:chgData name="Lutterbeck,Jonathan J." userId="S::481026@student.fontys.nl::45f8089f-5c50-4ab9-9f08-894438d841b3" providerId="AD" clId="Web-{EEEA36AC-6893-0701-30D0-264A3E2F128A}" dt="2026-09-08T19:27:30.731" v="461"/>
        <pc:sldMkLst>
          <pc:docMk/>
          <pc:sldMk cId="2289176662" sldId="269"/>
        </pc:sldMkLst>
        <pc:spChg chg="del">
          <ac:chgData name="Lutterbeck,Jonathan J." userId="S::481026@student.fontys.nl::45f8089f-5c50-4ab9-9f08-894438d841b3" providerId="AD" clId="Web-{EEEA36AC-6893-0701-30D0-264A3E2F128A}" dt="2026-09-08T18:58:14.131" v="60"/>
          <ac:spMkLst>
            <pc:docMk/>
            <pc:sldMk cId="2289176662" sldId="269"/>
            <ac:spMk id="3" creationId="{7E05DC93-94C3-4BDD-9BFE-8F258F229D22}"/>
          </ac:spMkLst>
        </pc:spChg>
        <pc:spChg chg="add mod">
          <ac:chgData name="Lutterbeck,Jonathan J." userId="S::481026@student.fontys.nl::45f8089f-5c50-4ab9-9f08-894438d841b3" providerId="AD" clId="Web-{EEEA36AC-6893-0701-30D0-264A3E2F128A}" dt="2026-09-08T19:27:30.731" v="461"/>
          <ac:spMkLst>
            <pc:docMk/>
            <pc:sldMk cId="2289176662" sldId="269"/>
            <ac:spMk id="5" creationId="{2214D244-525A-A6F7-6D27-6234DDEB635D}"/>
          </ac:spMkLst>
        </pc:spChg>
        <pc:picChg chg="add mod ord">
          <ac:chgData name="Lutterbeck,Jonathan J." userId="S::481026@student.fontys.nl::45f8089f-5c50-4ab9-9f08-894438d841b3" providerId="AD" clId="Web-{EEEA36AC-6893-0701-30D0-264A3E2F128A}" dt="2026-09-08T18:58:14.131" v="60"/>
          <ac:picMkLst>
            <pc:docMk/>
            <pc:sldMk cId="2289176662" sldId="269"/>
            <ac:picMk id="4" creationId="{CBDC0593-754F-4EF6-B5D0-00D7ABC35C06}"/>
          </ac:picMkLst>
        </pc:picChg>
      </pc:sldChg>
      <pc:sldChg chg="addSp delSp modSp new del">
        <pc:chgData name="Lutterbeck,Jonathan J." userId="S::481026@student.fontys.nl::45f8089f-5c50-4ab9-9f08-894438d841b3" providerId="AD" clId="Web-{EEEA36AC-6893-0701-30D0-264A3E2F128A}" dt="2026-09-08T18:58:25.960" v="63"/>
        <pc:sldMkLst>
          <pc:docMk/>
          <pc:sldMk cId="989579463" sldId="270"/>
        </pc:sldMkLst>
        <pc:spChg chg="del">
          <ac:chgData name="Lutterbeck,Jonathan J." userId="S::481026@student.fontys.nl::45f8089f-5c50-4ab9-9f08-894438d841b3" providerId="AD" clId="Web-{EEEA36AC-6893-0701-30D0-264A3E2F128A}" dt="2026-09-08T18:58:20.725" v="62"/>
          <ac:spMkLst>
            <pc:docMk/>
            <pc:sldMk cId="989579463" sldId="270"/>
            <ac:spMk id="3" creationId="{46F851FC-B745-DAD1-D35E-1F97EF299165}"/>
          </ac:spMkLst>
        </pc:spChg>
        <pc:picChg chg="add mod ord">
          <ac:chgData name="Lutterbeck,Jonathan J." userId="S::481026@student.fontys.nl::45f8089f-5c50-4ab9-9f08-894438d841b3" providerId="AD" clId="Web-{EEEA36AC-6893-0701-30D0-264A3E2F128A}" dt="2026-09-08T18:58:20.725" v="62"/>
          <ac:picMkLst>
            <pc:docMk/>
            <pc:sldMk cId="989579463" sldId="270"/>
            <ac:picMk id="4" creationId="{85F8AA9F-C5A3-76FA-ECAB-57905A5A8236}"/>
          </ac:picMkLst>
        </pc:picChg>
      </pc:sldChg>
      <pc:sldChg chg="addSp modSp new ord">
        <pc:chgData name="Lutterbeck,Jonathan J." userId="S::481026@student.fontys.nl::45f8089f-5c50-4ab9-9f08-894438d841b3" providerId="AD" clId="Web-{EEEA36AC-6893-0701-30D0-264A3E2F128A}" dt="2026-09-08T19:27:30.731" v="461"/>
        <pc:sldMkLst>
          <pc:docMk/>
          <pc:sldMk cId="3645043368" sldId="270"/>
        </pc:sldMkLst>
        <pc:spChg chg="mod">
          <ac:chgData name="Lutterbeck,Jonathan J." userId="S::481026@student.fontys.nl::45f8089f-5c50-4ab9-9f08-894438d841b3" providerId="AD" clId="Web-{EEEA36AC-6893-0701-30D0-264A3E2F128A}" dt="2026-09-08T19:00:03.228" v="129" actId="20577"/>
          <ac:spMkLst>
            <pc:docMk/>
            <pc:sldMk cId="3645043368" sldId="270"/>
            <ac:spMk id="2" creationId="{3700915B-7684-3919-047A-4AC20005D223}"/>
          </ac:spMkLst>
        </pc:spChg>
        <pc:spChg chg="mod">
          <ac:chgData name="Lutterbeck,Jonathan J." userId="S::481026@student.fontys.nl::45f8089f-5c50-4ab9-9f08-894438d841b3" providerId="AD" clId="Web-{EEEA36AC-6893-0701-30D0-264A3E2F128A}" dt="2026-09-08T19:11:49.609" v="351" actId="14100"/>
          <ac:spMkLst>
            <pc:docMk/>
            <pc:sldMk cId="3645043368" sldId="270"/>
            <ac:spMk id="3" creationId="{E2F93F39-B037-FF93-72D8-BFCEC200EB00}"/>
          </ac:spMkLst>
        </pc:spChg>
        <pc:spChg chg="add mod">
          <ac:chgData name="Lutterbeck,Jonathan J." userId="S::481026@student.fontys.nl::45f8089f-5c50-4ab9-9f08-894438d841b3" providerId="AD" clId="Web-{EEEA36AC-6893-0701-30D0-264A3E2F128A}" dt="2026-09-08T19:27:30.731" v="461"/>
          <ac:spMkLst>
            <pc:docMk/>
            <pc:sldMk cId="3645043368" sldId="270"/>
            <ac:spMk id="4" creationId="{6CBD2269-9AB2-51E8-CA97-AA7DE0B693D2}"/>
          </ac:spMkLst>
        </pc:spChg>
      </pc:sldChg>
      <pc:sldChg chg="addSp modSp new">
        <pc:chgData name="Lutterbeck,Jonathan J." userId="S::481026@student.fontys.nl::45f8089f-5c50-4ab9-9f08-894438d841b3" providerId="AD" clId="Web-{EEEA36AC-6893-0701-30D0-264A3E2F128A}" dt="2026-09-08T19:27:30.731" v="461"/>
        <pc:sldMkLst>
          <pc:docMk/>
          <pc:sldMk cId="3120247313" sldId="271"/>
        </pc:sldMkLst>
        <pc:spChg chg="mod">
          <ac:chgData name="Lutterbeck,Jonathan J." userId="S::481026@student.fontys.nl::45f8089f-5c50-4ab9-9f08-894438d841b3" providerId="AD" clId="Web-{EEEA36AC-6893-0701-30D0-264A3E2F128A}" dt="2026-09-08T19:04:03.079" v="183" actId="20577"/>
          <ac:spMkLst>
            <pc:docMk/>
            <pc:sldMk cId="3120247313" sldId="271"/>
            <ac:spMk id="2" creationId="{6D45A160-D458-8AB5-5FCD-5531D8A5CBAF}"/>
          </ac:spMkLst>
        </pc:spChg>
        <pc:spChg chg="mod">
          <ac:chgData name="Lutterbeck,Jonathan J." userId="S::481026@student.fontys.nl::45f8089f-5c50-4ab9-9f08-894438d841b3" providerId="AD" clId="Web-{EEEA36AC-6893-0701-30D0-264A3E2F128A}" dt="2026-09-08T19:13:42.300" v="366" actId="20577"/>
          <ac:spMkLst>
            <pc:docMk/>
            <pc:sldMk cId="3120247313" sldId="271"/>
            <ac:spMk id="3" creationId="{160C7416-C540-2C1E-7C56-CDF8A7FADB32}"/>
          </ac:spMkLst>
        </pc:spChg>
        <pc:spChg chg="add mod">
          <ac:chgData name="Lutterbeck,Jonathan J." userId="S::481026@student.fontys.nl::45f8089f-5c50-4ab9-9f08-894438d841b3" providerId="AD" clId="Web-{EEEA36AC-6893-0701-30D0-264A3E2F128A}" dt="2026-09-08T19:27:30.731" v="461"/>
          <ac:spMkLst>
            <pc:docMk/>
            <pc:sldMk cId="3120247313" sldId="271"/>
            <ac:spMk id="4" creationId="{97C9D5F4-797C-E107-EEA7-29E0F66BE8E2}"/>
          </ac:spMkLst>
        </pc:spChg>
      </pc:sldChg>
      <pc:sldChg chg="addSp modSp new">
        <pc:chgData name="Lutterbeck,Jonathan J." userId="S::481026@student.fontys.nl::45f8089f-5c50-4ab9-9f08-894438d841b3" providerId="AD" clId="Web-{EEEA36AC-6893-0701-30D0-264A3E2F128A}" dt="2026-09-08T19:27:30.731" v="461"/>
        <pc:sldMkLst>
          <pc:docMk/>
          <pc:sldMk cId="1888912977" sldId="272"/>
        </pc:sldMkLst>
        <pc:spChg chg="mod">
          <ac:chgData name="Lutterbeck,Jonathan J." userId="S::481026@student.fontys.nl::45f8089f-5c50-4ab9-9f08-894438d841b3" providerId="AD" clId="Web-{EEEA36AC-6893-0701-30D0-264A3E2F128A}" dt="2026-09-08T19:08:57.385" v="196" actId="20577"/>
          <ac:spMkLst>
            <pc:docMk/>
            <pc:sldMk cId="1888912977" sldId="272"/>
            <ac:spMk id="2" creationId="{D513EE89-F45F-3E17-0A1D-8A973E628AB8}"/>
          </ac:spMkLst>
        </pc:spChg>
        <pc:spChg chg="mod">
          <ac:chgData name="Lutterbeck,Jonathan J." userId="S::481026@student.fontys.nl::45f8089f-5c50-4ab9-9f08-894438d841b3" providerId="AD" clId="Web-{EEEA36AC-6893-0701-30D0-264A3E2F128A}" dt="2026-09-08T19:10:29.450" v="303" actId="20577"/>
          <ac:spMkLst>
            <pc:docMk/>
            <pc:sldMk cId="1888912977" sldId="272"/>
            <ac:spMk id="3" creationId="{3039E132-4E13-3CDB-C4DD-35102D27E730}"/>
          </ac:spMkLst>
        </pc:spChg>
        <pc:spChg chg="add mod">
          <ac:chgData name="Lutterbeck,Jonathan J." userId="S::481026@student.fontys.nl::45f8089f-5c50-4ab9-9f08-894438d841b3" providerId="AD" clId="Web-{EEEA36AC-6893-0701-30D0-264A3E2F128A}" dt="2026-09-08T19:27:30.731" v="461"/>
          <ac:spMkLst>
            <pc:docMk/>
            <pc:sldMk cId="1888912977" sldId="272"/>
            <ac:spMk id="4" creationId="{A69DD828-DE08-3AC7-21E3-6290231C8CFC}"/>
          </ac:spMkLst>
        </pc:spChg>
      </pc:sldChg>
      <pc:sldChg chg="modSp new del">
        <pc:chgData name="Lutterbeck,Jonathan J." userId="S::481026@student.fontys.nl::45f8089f-5c50-4ab9-9f08-894438d841b3" providerId="AD" clId="Web-{EEEA36AC-6893-0701-30D0-264A3E2F128A}" dt="2026-09-08T19:14:57.208" v="374"/>
        <pc:sldMkLst>
          <pc:docMk/>
          <pc:sldMk cId="3115652615" sldId="273"/>
        </pc:sldMkLst>
        <pc:spChg chg="mod">
          <ac:chgData name="Lutterbeck,Jonathan J." userId="S::481026@student.fontys.nl::45f8089f-5c50-4ab9-9f08-894438d841b3" providerId="AD" clId="Web-{EEEA36AC-6893-0701-30D0-264A3E2F128A}" dt="2026-09-08T19:10:55.732" v="323" actId="20577"/>
          <ac:spMkLst>
            <pc:docMk/>
            <pc:sldMk cId="3115652615" sldId="273"/>
            <ac:spMk id="2" creationId="{5CAD0692-9B38-7EBD-0ADB-77E87D4E620A}"/>
          </ac:spMkLst>
        </pc:spChg>
      </pc:sldChg>
      <pc:sldChg chg="addSp modSp new ord">
        <pc:chgData name="Lutterbeck,Jonathan J." userId="S::481026@student.fontys.nl::45f8089f-5c50-4ab9-9f08-894438d841b3" providerId="AD" clId="Web-{EEEA36AC-6893-0701-30D0-264A3E2F128A}" dt="2026-09-08T19:36:39.731" v="585" actId="1076"/>
        <pc:sldMkLst>
          <pc:docMk/>
          <pc:sldMk cId="1285620201" sldId="274"/>
        </pc:sldMkLst>
        <pc:spChg chg="mod">
          <ac:chgData name="Lutterbeck,Jonathan J." userId="S::481026@student.fontys.nl::45f8089f-5c50-4ab9-9f08-894438d841b3" providerId="AD" clId="Web-{EEEA36AC-6893-0701-30D0-264A3E2F128A}" dt="2026-09-08T19:15:34.662" v="382" actId="20577"/>
          <ac:spMkLst>
            <pc:docMk/>
            <pc:sldMk cId="1285620201" sldId="274"/>
            <ac:spMk id="2" creationId="{BCB280F2-A408-2439-39DD-02A0791636CC}"/>
          </ac:spMkLst>
        </pc:spChg>
        <pc:spChg chg="mod">
          <ac:chgData name="Lutterbeck,Jonathan J." userId="S::481026@student.fontys.nl::45f8089f-5c50-4ab9-9f08-894438d841b3" providerId="AD" clId="Web-{EEEA36AC-6893-0701-30D0-264A3E2F128A}" dt="2026-09-08T19:36:37.075" v="584" actId="20577"/>
          <ac:spMkLst>
            <pc:docMk/>
            <pc:sldMk cId="1285620201" sldId="274"/>
            <ac:spMk id="3" creationId="{BB4CBCCB-5515-FEE3-848A-036556C19C14}"/>
          </ac:spMkLst>
        </pc:spChg>
        <pc:spChg chg="add mod">
          <ac:chgData name="Lutterbeck,Jonathan J." userId="S::481026@student.fontys.nl::45f8089f-5c50-4ab9-9f08-894438d841b3" providerId="AD" clId="Web-{EEEA36AC-6893-0701-30D0-264A3E2F128A}" dt="2026-09-08T19:27:30.731" v="461"/>
          <ac:spMkLst>
            <pc:docMk/>
            <pc:sldMk cId="1285620201" sldId="274"/>
            <ac:spMk id="5" creationId="{11A84E30-3DEC-22F4-75B2-31FB9EB14EDD}"/>
          </ac:spMkLst>
        </pc:spChg>
        <pc:picChg chg="add mod">
          <ac:chgData name="Lutterbeck,Jonathan J." userId="S::481026@student.fontys.nl::45f8089f-5c50-4ab9-9f08-894438d841b3" providerId="AD" clId="Web-{EEEA36AC-6893-0701-30D0-264A3E2F128A}" dt="2026-09-08T19:36:39.731" v="585" actId="1076"/>
          <ac:picMkLst>
            <pc:docMk/>
            <pc:sldMk cId="1285620201" sldId="274"/>
            <ac:picMk id="4" creationId="{4664C053-0EC6-1347-59EB-E2E60AF9E203}"/>
          </ac:picMkLst>
        </pc:picChg>
      </pc:sldChg>
      <pc:sldChg chg="addSp modSp new">
        <pc:chgData name="Lutterbeck,Jonathan J." userId="S::481026@student.fontys.nl::45f8089f-5c50-4ab9-9f08-894438d841b3" providerId="AD" clId="Web-{EEEA36AC-6893-0701-30D0-264A3E2F128A}" dt="2026-09-08T19:27:30.731" v="461"/>
        <pc:sldMkLst>
          <pc:docMk/>
          <pc:sldMk cId="1023906537" sldId="275"/>
        </pc:sldMkLst>
        <pc:spChg chg="mod">
          <ac:chgData name="Lutterbeck,Jonathan J." userId="S::481026@student.fontys.nl::45f8089f-5c50-4ab9-9f08-894438d841b3" providerId="AD" clId="Web-{EEEA36AC-6893-0701-30D0-264A3E2F128A}" dt="2026-09-08T19:15:47.413" v="387" actId="20577"/>
          <ac:spMkLst>
            <pc:docMk/>
            <pc:sldMk cId="1023906537" sldId="275"/>
            <ac:spMk id="2" creationId="{B3732592-1645-5981-E629-D8C9965840F3}"/>
          </ac:spMkLst>
        </pc:spChg>
        <pc:spChg chg="mod">
          <ac:chgData name="Lutterbeck,Jonathan J." userId="S::481026@student.fontys.nl::45f8089f-5c50-4ab9-9f08-894438d841b3" providerId="AD" clId="Web-{EEEA36AC-6893-0701-30D0-264A3E2F128A}" dt="2026-09-08T19:16:00.163" v="395" actId="20577"/>
          <ac:spMkLst>
            <pc:docMk/>
            <pc:sldMk cId="1023906537" sldId="275"/>
            <ac:spMk id="3" creationId="{336C58C7-C36D-EB5E-28D6-06AF43883F5E}"/>
          </ac:spMkLst>
        </pc:spChg>
        <pc:spChg chg="add mod">
          <ac:chgData name="Lutterbeck,Jonathan J." userId="S::481026@student.fontys.nl::45f8089f-5c50-4ab9-9f08-894438d841b3" providerId="AD" clId="Web-{EEEA36AC-6893-0701-30D0-264A3E2F128A}" dt="2026-09-08T19:27:30.731" v="461"/>
          <ac:spMkLst>
            <pc:docMk/>
            <pc:sldMk cId="1023906537" sldId="275"/>
            <ac:spMk id="5" creationId="{9F075456-206B-B974-2E3D-C0CA83217104}"/>
          </ac:spMkLst>
        </pc:spChg>
        <pc:picChg chg="add mod">
          <ac:chgData name="Lutterbeck,Jonathan J." userId="S::481026@student.fontys.nl::45f8089f-5c50-4ab9-9f08-894438d841b3" providerId="AD" clId="Web-{EEEA36AC-6893-0701-30D0-264A3E2F128A}" dt="2026-09-08T19:22:11.159" v="406" actId="1076"/>
          <ac:picMkLst>
            <pc:docMk/>
            <pc:sldMk cId="1023906537" sldId="275"/>
            <ac:picMk id="4" creationId="{244FA2C2-9ACB-5BBC-F25F-B471C14E0097}"/>
          </ac:picMkLst>
        </pc:picChg>
      </pc:sldChg>
      <pc:sldChg chg="addSp modSp new">
        <pc:chgData name="Lutterbeck,Jonathan J." userId="S::481026@student.fontys.nl::45f8089f-5c50-4ab9-9f08-894438d841b3" providerId="AD" clId="Web-{EEEA36AC-6893-0701-30D0-264A3E2F128A}" dt="2026-09-08T19:37:25.748" v="594" actId="20577"/>
        <pc:sldMkLst>
          <pc:docMk/>
          <pc:sldMk cId="2473557195" sldId="276"/>
        </pc:sldMkLst>
        <pc:spChg chg="mod">
          <ac:chgData name="Lutterbeck,Jonathan J." userId="S::481026@student.fontys.nl::45f8089f-5c50-4ab9-9f08-894438d841b3" providerId="AD" clId="Web-{EEEA36AC-6893-0701-30D0-264A3E2F128A}" dt="2026-09-08T19:22:52.660" v="410" actId="20577"/>
          <ac:spMkLst>
            <pc:docMk/>
            <pc:sldMk cId="2473557195" sldId="276"/>
            <ac:spMk id="2" creationId="{D8FFBCDE-121A-54CE-E57E-FB2E63C6D625}"/>
          </ac:spMkLst>
        </pc:spChg>
        <pc:spChg chg="mod">
          <ac:chgData name="Lutterbeck,Jonathan J." userId="S::481026@student.fontys.nl::45f8089f-5c50-4ab9-9f08-894438d841b3" providerId="AD" clId="Web-{EEEA36AC-6893-0701-30D0-264A3E2F128A}" dt="2026-09-08T19:37:25.748" v="594" actId="20577"/>
          <ac:spMkLst>
            <pc:docMk/>
            <pc:sldMk cId="2473557195" sldId="276"/>
            <ac:spMk id="3" creationId="{2EDF225F-795B-6195-3A67-13B8CBA41370}"/>
          </ac:spMkLst>
        </pc:spChg>
        <pc:spChg chg="add mod">
          <ac:chgData name="Lutterbeck,Jonathan J." userId="S::481026@student.fontys.nl::45f8089f-5c50-4ab9-9f08-894438d841b3" providerId="AD" clId="Web-{EEEA36AC-6893-0701-30D0-264A3E2F128A}" dt="2026-09-08T19:27:30.731" v="461"/>
          <ac:spMkLst>
            <pc:docMk/>
            <pc:sldMk cId="2473557195" sldId="276"/>
            <ac:spMk id="4" creationId="{F6D74671-6705-DF79-A745-0BAEE6DB00E1}"/>
          </ac:spMkLst>
        </pc:spChg>
      </pc:sldChg>
      <pc:sldChg chg="addSp delSp modSp new">
        <pc:chgData name="Lutterbeck,Jonathan J." userId="S::481026@student.fontys.nl::45f8089f-5c50-4ab9-9f08-894438d841b3" providerId="AD" clId="Web-{EEEA36AC-6893-0701-30D0-264A3E2F128A}" dt="2026-09-08T19:27:41.543" v="465" actId="20577"/>
        <pc:sldMkLst>
          <pc:docMk/>
          <pc:sldMk cId="3531964228" sldId="277"/>
        </pc:sldMkLst>
        <pc:spChg chg="mod">
          <ac:chgData name="Lutterbeck,Jonathan J." userId="S::481026@student.fontys.nl::45f8089f-5c50-4ab9-9f08-894438d841b3" providerId="AD" clId="Web-{EEEA36AC-6893-0701-30D0-264A3E2F128A}" dt="2026-09-08T19:24:56.945" v="426" actId="20577"/>
          <ac:spMkLst>
            <pc:docMk/>
            <pc:sldMk cId="3531964228" sldId="277"/>
            <ac:spMk id="2" creationId="{31774171-1F98-484C-72B7-8876D6AA9C74}"/>
          </ac:spMkLst>
        </pc:spChg>
        <pc:spChg chg="del">
          <ac:chgData name="Lutterbeck,Jonathan J." userId="S::481026@student.fontys.nl::45f8089f-5c50-4ab9-9f08-894438d841b3" providerId="AD" clId="Web-{EEEA36AC-6893-0701-30D0-264A3E2F128A}" dt="2026-09-08T19:24:50.038" v="420"/>
          <ac:spMkLst>
            <pc:docMk/>
            <pc:sldMk cId="3531964228" sldId="277"/>
            <ac:spMk id="3" creationId="{C0F680A1-9C26-2816-2ED4-29923A06B7D2}"/>
          </ac:spMkLst>
        </pc:spChg>
        <pc:spChg chg="add mod">
          <ac:chgData name="Lutterbeck,Jonathan J." userId="S::481026@student.fontys.nl::45f8089f-5c50-4ab9-9f08-894438d841b3" providerId="AD" clId="Web-{EEEA36AC-6893-0701-30D0-264A3E2F128A}" dt="2026-09-08T19:26:37.698" v="451" actId="20577"/>
          <ac:spMkLst>
            <pc:docMk/>
            <pc:sldMk cId="3531964228" sldId="277"/>
            <ac:spMk id="5" creationId="{6C66E3F4-AFAD-ABFA-39BE-6C42AF13D423}"/>
          </ac:spMkLst>
        </pc:spChg>
        <pc:spChg chg="add mod">
          <ac:chgData name="Lutterbeck,Jonathan J." userId="S::481026@student.fontys.nl::45f8089f-5c50-4ab9-9f08-894438d841b3" providerId="AD" clId="Web-{EEEA36AC-6893-0701-30D0-264A3E2F128A}" dt="2026-09-08T19:27:41.543" v="465" actId="20577"/>
          <ac:spMkLst>
            <pc:docMk/>
            <pc:sldMk cId="3531964228" sldId="277"/>
            <ac:spMk id="6" creationId="{874A820D-7D2E-0A98-1BC7-D35FE2752694}"/>
          </ac:spMkLst>
        </pc:spChg>
        <pc:spChg chg="add del mod">
          <ac:chgData name="Lutterbeck,Jonathan J." userId="S::481026@student.fontys.nl::45f8089f-5c50-4ab9-9f08-894438d841b3" providerId="AD" clId="Web-{EEEA36AC-6893-0701-30D0-264A3E2F128A}" dt="2026-09-08T19:27:26.996" v="460"/>
          <ac:spMkLst>
            <pc:docMk/>
            <pc:sldMk cId="3531964228" sldId="277"/>
            <ac:spMk id="7" creationId="{BFA4E035-2AC6-EFB6-E532-1FEA1B5B7BAC}"/>
          </ac:spMkLst>
        </pc:spChg>
        <pc:spChg chg="add mod">
          <ac:chgData name="Lutterbeck,Jonathan J." userId="S::481026@student.fontys.nl::45f8089f-5c50-4ab9-9f08-894438d841b3" providerId="AD" clId="Web-{EEEA36AC-6893-0701-30D0-264A3E2F128A}" dt="2026-09-08T19:27:21.136" v="459"/>
          <ac:spMkLst>
            <pc:docMk/>
            <pc:sldMk cId="3531964228" sldId="277"/>
            <ac:spMk id="8" creationId="{E40E2719-8C52-E8A6-6026-0347288AA2C7}"/>
          </ac:spMkLst>
        </pc:spChg>
        <pc:picChg chg="add mod ord">
          <ac:chgData name="Lutterbeck,Jonathan J." userId="S::481026@student.fontys.nl::45f8089f-5c50-4ab9-9f08-894438d841b3" providerId="AD" clId="Web-{EEEA36AC-6893-0701-30D0-264A3E2F128A}" dt="2026-09-08T19:25:17.008" v="432" actId="1076"/>
          <ac:picMkLst>
            <pc:docMk/>
            <pc:sldMk cId="3531964228" sldId="277"/>
            <ac:picMk id="4" creationId="{EE865602-A9D8-183B-7756-6E0DD594346A}"/>
          </ac:picMkLst>
        </pc:picChg>
      </pc:sldChg>
      <pc:sldChg chg="addSp modSp new">
        <pc:chgData name="Lutterbeck,Jonathan J." userId="S::481026@student.fontys.nl::45f8089f-5c50-4ab9-9f08-894438d841b3" providerId="AD" clId="Web-{EEEA36AC-6893-0701-30D0-264A3E2F128A}" dt="2026-09-08T19:34:37.571" v="513" actId="20577"/>
        <pc:sldMkLst>
          <pc:docMk/>
          <pc:sldMk cId="2562557801" sldId="278"/>
        </pc:sldMkLst>
        <pc:spChg chg="mod">
          <ac:chgData name="Lutterbeck,Jonathan J." userId="S::481026@student.fontys.nl::45f8089f-5c50-4ab9-9f08-894438d841b3" providerId="AD" clId="Web-{EEEA36AC-6893-0701-30D0-264A3E2F128A}" dt="2026-09-08T19:32:10.145" v="477" actId="20577"/>
          <ac:spMkLst>
            <pc:docMk/>
            <pc:sldMk cId="2562557801" sldId="278"/>
            <ac:spMk id="2" creationId="{6B9CE5D8-0B33-7CBB-4A93-D7448841EB21}"/>
          </ac:spMkLst>
        </pc:spChg>
        <pc:spChg chg="mod">
          <ac:chgData name="Lutterbeck,Jonathan J." userId="S::481026@student.fontys.nl::45f8089f-5c50-4ab9-9f08-894438d841b3" providerId="AD" clId="Web-{EEEA36AC-6893-0701-30D0-264A3E2F128A}" dt="2026-09-08T19:34:37.571" v="513" actId="20577"/>
          <ac:spMkLst>
            <pc:docMk/>
            <pc:sldMk cId="2562557801" sldId="278"/>
            <ac:spMk id="3" creationId="{D1B1B72D-68F1-1580-A13A-0CFB5CF5E80D}"/>
          </ac:spMkLst>
        </pc:spChg>
        <pc:spChg chg="add mod">
          <ac:chgData name="Lutterbeck,Jonathan J." userId="S::481026@student.fontys.nl::45f8089f-5c50-4ab9-9f08-894438d841b3" providerId="AD" clId="Web-{EEEA36AC-6893-0701-30D0-264A3E2F128A}" dt="2026-09-08T19:32:41.146" v="499" actId="14100"/>
          <ac:spMkLst>
            <pc:docMk/>
            <pc:sldMk cId="2562557801" sldId="278"/>
            <ac:spMk id="5" creationId="{3827E021-1D16-4D82-6B43-29AE3CA3EDC8}"/>
          </ac:spMkLst>
        </pc:spChg>
      </pc:sldChg>
      <pc:sldChg chg="modSp new ord">
        <pc:chgData name="Lutterbeck,Jonathan J." userId="S::481026@student.fontys.nl::45f8089f-5c50-4ab9-9f08-894438d841b3" providerId="AD" clId="Web-{EEEA36AC-6893-0701-30D0-264A3E2F128A}" dt="2026-09-08T19:35:30.557" v="564"/>
        <pc:sldMkLst>
          <pc:docMk/>
          <pc:sldMk cId="3887171717" sldId="279"/>
        </pc:sldMkLst>
        <pc:spChg chg="mod">
          <ac:chgData name="Lutterbeck,Jonathan J." userId="S::481026@student.fontys.nl::45f8089f-5c50-4ab9-9f08-894438d841b3" providerId="AD" clId="Web-{EEEA36AC-6893-0701-30D0-264A3E2F128A}" dt="2026-09-08T19:34:43.103" v="515" actId="20577"/>
          <ac:spMkLst>
            <pc:docMk/>
            <pc:sldMk cId="3887171717" sldId="279"/>
            <ac:spMk id="2" creationId="{04FB608C-6E53-2A7E-95F1-FC401A1257BE}"/>
          </ac:spMkLst>
        </pc:spChg>
        <pc:spChg chg="mod">
          <ac:chgData name="Lutterbeck,Jonathan J." userId="S::481026@student.fontys.nl::45f8089f-5c50-4ab9-9f08-894438d841b3" providerId="AD" clId="Web-{EEEA36AC-6893-0701-30D0-264A3E2F128A}" dt="2026-09-08T19:35:22.666" v="563" actId="20577"/>
          <ac:spMkLst>
            <pc:docMk/>
            <pc:sldMk cId="3887171717" sldId="279"/>
            <ac:spMk id="3" creationId="{28FFB886-7113-88EF-E5AF-D2578B3F7A40}"/>
          </ac:spMkLst>
        </pc:spChg>
      </pc:sldChg>
      <pc:sldChg chg="modSp new ord">
        <pc:chgData name="Lutterbeck,Jonathan J." userId="S::481026@student.fontys.nl::45f8089f-5c50-4ab9-9f08-894438d841b3" providerId="AD" clId="Web-{EEEA36AC-6893-0701-30D0-264A3E2F128A}" dt="2026-09-08T19:40:26.410" v="746" actId="20577"/>
        <pc:sldMkLst>
          <pc:docMk/>
          <pc:sldMk cId="3258115746" sldId="280"/>
        </pc:sldMkLst>
        <pc:spChg chg="mod">
          <ac:chgData name="Lutterbeck,Jonathan J." userId="S::481026@student.fontys.nl::45f8089f-5c50-4ab9-9f08-894438d841b3" providerId="AD" clId="Web-{EEEA36AC-6893-0701-30D0-264A3E2F128A}" dt="2026-09-08T19:39:23.549" v="697" actId="20577"/>
          <ac:spMkLst>
            <pc:docMk/>
            <pc:sldMk cId="3258115746" sldId="280"/>
            <ac:spMk id="2" creationId="{55E55CB7-BF21-0757-9304-D1DC29E54660}"/>
          </ac:spMkLst>
        </pc:spChg>
        <pc:spChg chg="mod">
          <ac:chgData name="Lutterbeck,Jonathan J." userId="S::481026@student.fontys.nl::45f8089f-5c50-4ab9-9f08-894438d841b3" providerId="AD" clId="Web-{EEEA36AC-6893-0701-30D0-264A3E2F128A}" dt="2026-09-08T19:40:26.410" v="746" actId="20577"/>
          <ac:spMkLst>
            <pc:docMk/>
            <pc:sldMk cId="3258115746" sldId="280"/>
            <ac:spMk id="3" creationId="{591F0FC6-6820-4C58-7AF7-B63242DF3D2F}"/>
          </ac:spMkLst>
        </pc:spChg>
      </pc:sldChg>
      <pc:sldChg chg="new">
        <pc:chgData name="Lutterbeck,Jonathan J." userId="S::481026@student.fontys.nl::45f8089f-5c50-4ab9-9f08-894438d841b3" providerId="AD" clId="Web-{EEEA36AC-6893-0701-30D0-264A3E2F128A}" dt="2026-09-08T19:38:05.859" v="631"/>
        <pc:sldMkLst>
          <pc:docMk/>
          <pc:sldMk cId="2576195146" sldId="281"/>
        </pc:sldMkLst>
      </pc:sldChg>
      <pc:sldChg chg="modSp add replId">
        <pc:chgData name="Lutterbeck,Jonathan J." userId="S::481026@student.fontys.nl::45f8089f-5c50-4ab9-9f08-894438d841b3" providerId="AD" clId="Web-{EEEA36AC-6893-0701-30D0-264A3E2F128A}" dt="2026-09-08T19:40:47.067" v="756" actId="20577"/>
        <pc:sldMkLst>
          <pc:docMk/>
          <pc:sldMk cId="2462209939" sldId="282"/>
        </pc:sldMkLst>
        <pc:spChg chg="mod">
          <ac:chgData name="Lutterbeck,Jonathan J." userId="S::481026@student.fontys.nl::45f8089f-5c50-4ab9-9f08-894438d841b3" providerId="AD" clId="Web-{EEEA36AC-6893-0701-30D0-264A3E2F128A}" dt="2026-09-08T19:38:22.156" v="636" actId="20577"/>
          <ac:spMkLst>
            <pc:docMk/>
            <pc:sldMk cId="2462209939" sldId="282"/>
            <ac:spMk id="2" creationId="{6F469430-C66D-7AA7-3BCF-9CAC317647AF}"/>
          </ac:spMkLst>
        </pc:spChg>
        <pc:spChg chg="mod">
          <ac:chgData name="Lutterbeck,Jonathan J." userId="S::481026@student.fontys.nl::45f8089f-5c50-4ab9-9f08-894438d841b3" providerId="AD" clId="Web-{EEEA36AC-6893-0701-30D0-264A3E2F128A}" dt="2026-09-08T19:40:47.067" v="756" actId="20577"/>
          <ac:spMkLst>
            <pc:docMk/>
            <pc:sldMk cId="2462209939" sldId="282"/>
            <ac:spMk id="3" creationId="{C50DF144-BD49-6EFC-1312-9E205AC7DB85}"/>
          </ac:spMkLst>
        </pc:spChg>
      </pc:sldChg>
      <pc:sldMasterChg chg="mod modSldLayout">
        <pc:chgData name="Lutterbeck,Jonathan J." userId="S::481026@student.fontys.nl::45f8089f-5c50-4ab9-9f08-894438d841b3" providerId="AD" clId="Web-{EEEA36AC-6893-0701-30D0-264A3E2F128A}" dt="2026-09-08T19:27:30.731" v="461"/>
        <pc:sldMasterMkLst>
          <pc:docMk/>
          <pc:sldMasterMk cId="2460954070" sldId="2147483660"/>
        </pc:sldMasterMkLst>
        <pc:sldLayoutChg chg="mod">
          <pc:chgData name="Lutterbeck,Jonathan J." userId="S::481026@student.fontys.nl::45f8089f-5c50-4ab9-9f08-894438d841b3" providerId="AD" clId="Web-{EEEA36AC-6893-0701-30D0-264A3E2F128A}" dt="2026-09-08T19:27:30.731" v="461"/>
          <pc:sldLayoutMkLst>
            <pc:docMk/>
            <pc:sldMasterMk cId="2460954070" sldId="2147483660"/>
            <pc:sldLayoutMk cId="2385387890" sldId="2147483661"/>
          </pc:sldLayoutMkLst>
        </pc:sldLayoutChg>
        <pc:sldLayoutChg chg="mod">
          <pc:chgData name="Lutterbeck,Jonathan J." userId="S::481026@student.fontys.nl::45f8089f-5c50-4ab9-9f08-894438d841b3" providerId="AD" clId="Web-{EEEA36AC-6893-0701-30D0-264A3E2F128A}" dt="2026-09-08T19:27:30.731" v="461"/>
          <pc:sldLayoutMkLst>
            <pc:docMk/>
            <pc:sldMasterMk cId="2460954070" sldId="2147483660"/>
            <pc:sldLayoutMk cId="949138452" sldId="2147483662"/>
          </pc:sldLayoutMkLst>
        </pc:sldLayoutChg>
        <pc:sldLayoutChg chg="mod">
          <pc:chgData name="Lutterbeck,Jonathan J." userId="S::481026@student.fontys.nl::45f8089f-5c50-4ab9-9f08-894438d841b3" providerId="AD" clId="Web-{EEEA36AC-6893-0701-30D0-264A3E2F128A}" dt="2026-09-08T19:27:30.731" v="461"/>
          <pc:sldLayoutMkLst>
            <pc:docMk/>
            <pc:sldMasterMk cId="2460954070" sldId="2147483660"/>
            <pc:sldLayoutMk cId="2591524520" sldId="2147483663"/>
          </pc:sldLayoutMkLst>
        </pc:sldLayoutChg>
        <pc:sldLayoutChg chg="mod">
          <pc:chgData name="Lutterbeck,Jonathan J." userId="S::481026@student.fontys.nl::45f8089f-5c50-4ab9-9f08-894438d841b3" providerId="AD" clId="Web-{EEEA36AC-6893-0701-30D0-264A3E2F128A}" dt="2026-09-08T19:27:30.731" v="461"/>
          <pc:sldLayoutMkLst>
            <pc:docMk/>
            <pc:sldMasterMk cId="2460954070" sldId="2147483660"/>
            <pc:sldLayoutMk cId="1203092039" sldId="2147483664"/>
          </pc:sldLayoutMkLst>
        </pc:sldLayoutChg>
        <pc:sldLayoutChg chg="mod">
          <pc:chgData name="Lutterbeck,Jonathan J." userId="S::481026@student.fontys.nl::45f8089f-5c50-4ab9-9f08-894438d841b3" providerId="AD" clId="Web-{EEEA36AC-6893-0701-30D0-264A3E2F128A}" dt="2026-09-08T19:27:30.731" v="461"/>
          <pc:sldLayoutMkLst>
            <pc:docMk/>
            <pc:sldMasterMk cId="2460954070" sldId="2147483660"/>
            <pc:sldLayoutMk cId="3733172339" sldId="2147483665"/>
          </pc:sldLayoutMkLst>
        </pc:sldLayoutChg>
        <pc:sldLayoutChg chg="mod">
          <pc:chgData name="Lutterbeck,Jonathan J." userId="S::481026@student.fontys.nl::45f8089f-5c50-4ab9-9f08-894438d841b3" providerId="AD" clId="Web-{EEEA36AC-6893-0701-30D0-264A3E2F128A}" dt="2026-09-08T19:27:30.731" v="461"/>
          <pc:sldLayoutMkLst>
            <pc:docMk/>
            <pc:sldMasterMk cId="2460954070" sldId="2147483660"/>
            <pc:sldLayoutMk cId="3210312558" sldId="2147483666"/>
          </pc:sldLayoutMkLst>
        </pc:sldLayoutChg>
        <pc:sldLayoutChg chg="mod">
          <pc:chgData name="Lutterbeck,Jonathan J." userId="S::481026@student.fontys.nl::45f8089f-5c50-4ab9-9f08-894438d841b3" providerId="AD" clId="Web-{EEEA36AC-6893-0701-30D0-264A3E2F128A}" dt="2026-09-08T19:27:30.731" v="461"/>
          <pc:sldLayoutMkLst>
            <pc:docMk/>
            <pc:sldMasterMk cId="2460954070" sldId="2147483660"/>
            <pc:sldLayoutMk cId="3146388984" sldId="2147483667"/>
          </pc:sldLayoutMkLst>
        </pc:sldLayoutChg>
        <pc:sldLayoutChg chg="mod">
          <pc:chgData name="Lutterbeck,Jonathan J." userId="S::481026@student.fontys.nl::45f8089f-5c50-4ab9-9f08-894438d841b3" providerId="AD" clId="Web-{EEEA36AC-6893-0701-30D0-264A3E2F128A}" dt="2026-09-08T19:27:30.731" v="461"/>
          <pc:sldLayoutMkLst>
            <pc:docMk/>
            <pc:sldMasterMk cId="2460954070" sldId="2147483660"/>
            <pc:sldLayoutMk cId="3171841454" sldId="2147483668"/>
          </pc:sldLayoutMkLst>
        </pc:sldLayoutChg>
        <pc:sldLayoutChg chg="mod">
          <pc:chgData name="Lutterbeck,Jonathan J." userId="S::481026@student.fontys.nl::45f8089f-5c50-4ab9-9f08-894438d841b3" providerId="AD" clId="Web-{EEEA36AC-6893-0701-30D0-264A3E2F128A}" dt="2026-09-08T19:27:30.731" v="461"/>
          <pc:sldLayoutMkLst>
            <pc:docMk/>
            <pc:sldMasterMk cId="2460954070" sldId="2147483660"/>
            <pc:sldLayoutMk cId="1718958274" sldId="2147483669"/>
          </pc:sldLayoutMkLst>
        </pc:sldLayoutChg>
        <pc:sldLayoutChg chg="mod">
          <pc:chgData name="Lutterbeck,Jonathan J." userId="S::481026@student.fontys.nl::45f8089f-5c50-4ab9-9f08-894438d841b3" providerId="AD" clId="Web-{EEEA36AC-6893-0701-30D0-264A3E2F128A}" dt="2026-09-08T19:27:30.731" v="461"/>
          <pc:sldLayoutMkLst>
            <pc:docMk/>
            <pc:sldMasterMk cId="2460954070" sldId="2147483660"/>
            <pc:sldLayoutMk cId="2202905451" sldId="2147483670"/>
          </pc:sldLayoutMkLst>
        </pc:sldLayoutChg>
        <pc:sldLayoutChg chg="mod">
          <pc:chgData name="Lutterbeck,Jonathan J." userId="S::481026@student.fontys.nl::45f8089f-5c50-4ab9-9f08-894438d841b3" providerId="AD" clId="Web-{EEEA36AC-6893-0701-30D0-264A3E2F128A}" dt="2026-09-08T19:27:30.731" v="461"/>
          <pc:sldLayoutMkLst>
            <pc:docMk/>
            <pc:sldMasterMk cId="2460954070" sldId="2147483660"/>
            <pc:sldLayoutMk cId="3479445657" sldId="2147483671"/>
          </pc:sldLayoutMkLst>
        </pc:sldLayoutChg>
      </pc:sldMasterChg>
    </pc:docChg>
  </pc:docChgLst>
  <pc:docChgLst>
    <pc:chgData clId="Web-{EEEA36AC-6893-0701-30D0-264A3E2F128A}"/>
    <pc:docChg chg="modSld">
      <pc:chgData name="" userId="" providerId="" clId="Web-{EEEA36AC-6893-0701-30D0-264A3E2F128A}" dt="2026-09-08T18:46:19.923" v="2" actId="20577"/>
      <pc:docMkLst>
        <pc:docMk/>
      </pc:docMkLst>
      <pc:sldChg chg="modSp">
        <pc:chgData name="" userId="" providerId="" clId="Web-{EEEA36AC-6893-0701-30D0-264A3E2F128A}" dt="2026-09-08T18:46:19.923" v="2" actId="20577"/>
        <pc:sldMkLst>
          <pc:docMk/>
          <pc:sldMk cId="109857222" sldId="256"/>
        </pc:sldMkLst>
        <pc:spChg chg="mod">
          <ac:chgData name="" userId="" providerId="" clId="Web-{EEEA36AC-6893-0701-30D0-264A3E2F128A}" dt="2026-09-08T18:46:19.923" v="2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747838-A032-4004-97FF-7F91640C5FCB}" type="datetimeFigureOut"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3C3C1D-CC5C-4A21-A7B9-537C208E57A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402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ea typeface="Calibri"/>
                <a:cs typeface="Calibri"/>
              </a:rPr>
              <a:t>FInally</a:t>
            </a:r>
            <a:r>
              <a:rPr lang="en-US" dirty="0">
                <a:ea typeface="Calibri"/>
                <a:cs typeface="Calibri"/>
              </a:rPr>
              <a:t> how will everything look in a real life example?</a:t>
            </a:r>
          </a:p>
          <a:p>
            <a:r>
              <a:rPr lang="en-US" dirty="0">
                <a:ea typeface="Calibri"/>
                <a:cs typeface="Calibri"/>
              </a:rPr>
              <a:t>This process illustrates applicant </a:t>
            </a:r>
            <a:r>
              <a:rPr lang="en-US" dirty="0" err="1">
                <a:ea typeface="Calibri"/>
                <a:cs typeface="Calibri"/>
              </a:rPr>
              <a:t>selecion</a:t>
            </a:r>
            <a:r>
              <a:rPr lang="en-US" dirty="0">
                <a:ea typeface="Calibri"/>
                <a:cs typeface="Calibri"/>
              </a:rPr>
              <a:t> 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(maybe better have an IT 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C3C1D-CC5C-4A21-A7B9-537C208E57A0}" type="slidenum"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841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Source:%20https:/www.netcall.com/blog/what-is-upn/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tcall.com/blog/what-is-upn/" TargetMode="External"/><Relationship Id="rId2" Type="http://schemas.openxmlformats.org/officeDocument/2006/relationships/hyperlink" Target="https://www.visual-paradigm.com/features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hub.docker.com/r/jgraph/drawio" TargetMode="External"/><Relationship Id="rId4" Type="http://schemas.openxmlformats.org/officeDocument/2006/relationships/hyperlink" Target="https://drawio-app.com/bpmn/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B608C-6E53-2A7E-95F1-FC401A125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FB886-7113-88EF-E5AF-D2578B3F7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Models a whole company in software</a:t>
            </a:r>
          </a:p>
          <a:p>
            <a:endParaRPr lang="en-US" dirty="0"/>
          </a:p>
          <a:p>
            <a:r>
              <a:rPr lang="en-US" dirty="0"/>
              <a:t>Is in code</a:t>
            </a:r>
          </a:p>
          <a:p>
            <a:r>
              <a:rPr lang="en-US" dirty="0"/>
              <a:t>Can not be created by the people that do the daily work -&gt; Hence need to communicate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56526-018C-DFE3-1045-0790DE91A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171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5A160-D458-8AB5-5FCD-5531D8A5C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Authority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C7416-C540-2C1E-7C56-CDF8A7FAD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Business Process Model and Notation (BPMN)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Version 2.0.2</a:t>
            </a:r>
          </a:p>
          <a:p>
            <a:r>
              <a:rPr lang="en-US" dirty="0"/>
              <a:t>2013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Standard developed by </a:t>
            </a:r>
            <a:r>
              <a:rPr lang="en-US" dirty="0">
                <a:ea typeface="+mn-lt"/>
                <a:cs typeface="+mn-lt"/>
              </a:rPr>
              <a:t>Object Management Group (OMG) </a:t>
            </a: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C9D5F4-797C-E107-EEA7-29E0F66BE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247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Notation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00E83F-1948-C380-EB5F-219D0BE77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0915B-7684-3919-047A-4AC20005D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93F39-B037-FF93-72D8-BFCEC200E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381672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20 seconds per slide </a:t>
            </a:r>
            <a:r>
              <a:rPr lang="en-US" err="1"/>
              <a:t>exaplining</a:t>
            </a:r>
            <a:r>
              <a:rPr lang="en-US" dirty="0"/>
              <a:t> all the parts of the handout briefly </a:t>
            </a:r>
          </a:p>
          <a:p>
            <a:r>
              <a:rPr lang="en-US" dirty="0"/>
              <a:t>show an example for each</a:t>
            </a:r>
          </a:p>
          <a:p>
            <a:r>
              <a:rPr lang="en-US" dirty="0"/>
              <a:t>Explain the example how everything is walked through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BD2269-9AB2-51E8-CA97-AA7DE0B69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043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C8E34-A0DA-4134-D59D-9DAFF89E5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C353465-6879-90B3-420F-0CC7886CBB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78337" y="1943894"/>
            <a:ext cx="3835327" cy="41148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6B9DC1-2D98-DC07-4A4D-4D7EEB3BB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533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9C16F-3779-FEC5-73B2-0D04F8213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45CEF8A-E293-885A-CEBE-BE231938CE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61935" y="1943894"/>
            <a:ext cx="5068130" cy="41148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781AC5-36FE-662A-108B-E5EC17A60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762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F4D81-5892-54F0-08BB-E62DB309B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65D92C3-036E-1E70-143D-01B88B37F3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4454" y="1943894"/>
            <a:ext cx="3883093" cy="41148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2040AC-3E11-1805-76A6-70A1730FB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223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AB0C7-5182-E01B-00E1-8C50BDBA9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5765CCA-FE9A-FF9F-0569-5FB227AB7D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76257" y="1943894"/>
            <a:ext cx="5839485" cy="41148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24FBBE-6BEA-1B34-E7C3-B25A52A48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034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9314E-AAF4-E1DC-CA1F-3354EFC9F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65BD34B-ED0F-4961-96E1-4EAF2D25B7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0" y="2118432"/>
            <a:ext cx="6096000" cy="376572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0FC47A-07A4-AF10-976A-BA3B429A8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549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95016-9F97-B6F2-BC85-C91F31A87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857BC44-659C-BA16-6220-CAACFE7C62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33914" y="1943894"/>
            <a:ext cx="5524172" cy="41148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8AB562-2CB5-50E6-0286-7FF05F24E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378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4F414-E35A-F9E1-AF95-14B0C98DB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9ED399F-FA92-7CC7-2A8E-DE8B2BAE61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29673" y="1943894"/>
            <a:ext cx="4532654" cy="41148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9E1017-00D5-BB85-6B8A-BECD76760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011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4DAD4-E5B4-3FFA-85FB-BE24103BD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784FA3C-5487-90D4-F8DD-73844B1FDB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29673" y="1943894"/>
            <a:ext cx="4532654" cy="41148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3DB00F-0E46-F1FC-D566-5C96CBCA4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795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3E5DE-AA9D-5255-6639-7DEBCA844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BDC0593-754F-4EF6-B5D0-00D7ABC35C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28504" y="1943894"/>
            <a:ext cx="2934992" cy="41148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14D244-525A-A6F7-6D27-6234DDEB6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1766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1874D-ADD3-001F-9866-F2369D3A4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2AF62DE-3792-338A-4B8F-0B23EB3AD9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33562" y="1943894"/>
            <a:ext cx="3124876" cy="41148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E5BDC1-0FBA-AD43-C9C7-C692D2335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902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B73FC-EBD5-5E78-0996-C51D1C932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D2865C2-81FA-8CBB-6533-8D0C241B0D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0" y="2376356"/>
            <a:ext cx="6096000" cy="324987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370402-CB3D-3F49-1432-17EAD9E0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8715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F6C24-875C-02A5-B243-EB7C5BA5C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a process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82E72D9-0842-141E-5ED0-1CDB3CFBED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78215" y="2263406"/>
            <a:ext cx="7901214" cy="377513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04C01-7179-645F-10A6-3D53ADEAE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26CB00-D3F7-70FD-B736-B1DB79E39903}"/>
              </a:ext>
            </a:extLst>
          </p:cNvPr>
          <p:cNvSpPr txBox="1"/>
          <p:nvPr/>
        </p:nvSpPr>
        <p:spPr>
          <a:xfrm>
            <a:off x="3846285" y="6348933"/>
            <a:ext cx="697955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ea typeface="+mn-lt"/>
                <a:cs typeface="+mn-lt"/>
              </a:rPr>
              <a:t>https://ariscommunity.com/know-how/cheat-sheets/bpmn-20-aris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9559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3EE89-F45F-3E17-0A1D-8A973E628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Choreographies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9E132-4E13-3CDB-C4DD-35102D27E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Having understood a single process, we can model a whole company -&gt; choreographs multiple processes for value creation</a:t>
            </a:r>
          </a:p>
          <a:p>
            <a:endParaRPr lang="en-US" dirty="0"/>
          </a:p>
          <a:p>
            <a:r>
              <a:rPr lang="en-US" dirty="0"/>
              <a:t>To make more money need to improve processes -&gt; BPMN used by consultants to translate between the technical and the day-to-day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DD828-DE08-3AC7-21E3-6290231C8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9129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280F2-A408-2439-39DD-02A079163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Draw.io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CBCCB-5515-FEE3-848A-036556C19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Free</a:t>
            </a:r>
          </a:p>
          <a:p>
            <a:r>
              <a:rPr lang="en-US" dirty="0"/>
              <a:t>Easy</a:t>
            </a:r>
          </a:p>
          <a:p>
            <a:r>
              <a:rPr lang="en-US" dirty="0"/>
              <a:t>Self-Hosted (400MB)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64C053-0EC6-1347-59EB-E2E60AF9E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0643" y="1962588"/>
            <a:ext cx="6495143" cy="363132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A84E30-3DEC-22F4-75B2-31FB9EB14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6202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32592-1645-5981-E629-D8C996584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Paradigm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C58C7-C36D-EB5E-28D6-06AF43883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Corporate Ready</a:t>
            </a:r>
          </a:p>
          <a:p>
            <a:r>
              <a:rPr lang="en-US" dirty="0"/>
              <a:t>Collaboration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4FA2C2-9ACB-5BBC-F25F-B471C14E0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5243" y="1824264"/>
            <a:ext cx="6781800" cy="37719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075456-206B-B974-2E3D-C0CA83217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9065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74171-1F98-484C-72B7-8876D6AA9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Netcall</a:t>
            </a:r>
            <a:r>
              <a:rPr lang="en-US" dirty="0"/>
              <a:t> - UPN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E865602-A9D8-183B-7756-6E0DD59434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70300" y="1862023"/>
            <a:ext cx="7699829" cy="31264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C66E3F4-AFAD-ABFA-39BE-6C42AF13D423}"/>
              </a:ext>
            </a:extLst>
          </p:cNvPr>
          <p:cNvSpPr txBox="1"/>
          <p:nvPr/>
        </p:nvSpPr>
        <p:spPr>
          <a:xfrm>
            <a:off x="862852" y="2734235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dirty="0"/>
              <a:t>Drill Down</a:t>
            </a:r>
          </a:p>
          <a:p>
            <a:pPr marL="285750" indent="-285750">
              <a:buFont typeface="Calibri"/>
              <a:buChar char="-"/>
            </a:pPr>
            <a:r>
              <a:rPr lang="en-US" dirty="0"/>
              <a:t>Collaboration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4A820D-7D2E-0A98-1BC7-D35FE2752694}"/>
              </a:ext>
            </a:extLst>
          </p:cNvPr>
          <p:cNvSpPr txBox="1"/>
          <p:nvPr/>
        </p:nvSpPr>
        <p:spPr>
          <a:xfrm>
            <a:off x="5761958" y="6084794"/>
            <a:ext cx="6562270" cy="4826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800" u="sng" baseline="30000" dirty="0">
                <a:solidFill>
                  <a:srgbClr val="467886"/>
                </a:solidFill>
                <a:latin typeface="Aptos"/>
                <a:ea typeface="Arial"/>
                <a:cs typeface="Arial"/>
                <a:hlinkClick r:id="rId3"/>
              </a:rPr>
              <a:t>Source: </a:t>
            </a:r>
            <a:r>
              <a:rPr lang="en-US" sz="2800" b="0" i="0" u="sng" strike="noStrike" baseline="30000" dirty="0">
                <a:solidFill>
                  <a:srgbClr val="467886"/>
                </a:solidFill>
                <a:latin typeface="Aptos"/>
                <a:ea typeface="Arial"/>
                <a:cs typeface="Arial"/>
                <a:hlinkClick r:id="rId3"/>
              </a:rPr>
              <a:t>https://www.netcall.com/blog/what-is-upn/</a:t>
            </a:r>
            <a:r>
              <a:rPr lang="en-US" sz="2800" b="0" i="0" baseline="30000" dirty="0">
                <a:latin typeface="Aptos"/>
                <a:ea typeface="Arial"/>
                <a:cs typeface="Arial"/>
              </a:rPr>
              <a:t>​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40E2719-8C52-E8A6-6026-0347288A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9642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CE5D8-0B33-7CBB-4A93-D7448841E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Camuda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1B72D-68F1-1580-A13A-0CFB5CF5E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Modern</a:t>
            </a:r>
          </a:p>
          <a:p>
            <a:r>
              <a:rPr lang="en-US" dirty="0"/>
              <a:t>Self-Hosted</a:t>
            </a:r>
          </a:p>
          <a:p>
            <a:r>
              <a:rPr lang="en-US" dirty="0"/>
              <a:t>Agentic Orchestration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8BFD2-10ED-339A-593D-CBF744C38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27E021-1D16-4D82-6B43-29AE3CA3EDC8}"/>
              </a:ext>
            </a:extLst>
          </p:cNvPr>
          <p:cNvSpPr txBox="1"/>
          <p:nvPr/>
        </p:nvSpPr>
        <p:spPr>
          <a:xfrm>
            <a:off x="5896963" y="6182979"/>
            <a:ext cx="613591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ea typeface="+mn-lt"/>
                <a:cs typeface="+mn-lt"/>
              </a:rPr>
              <a:t>https://camunda.com/orchestrate/processes/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5578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FBCDE-121A-54CE-E57E-FB2E63C6D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F225F-795B-6195-3A67-13B8CBA41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  <a:hlinkClick r:id="rId2"/>
              </a:rPr>
              <a:t>https://www.visual-paradigm.com/features/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  <a:hlinkClick r:id="rId3"/>
              </a:rPr>
              <a:t>https://www.netcall.com/blog/what-is-upn/</a:t>
            </a: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draw.io</a:t>
            </a:r>
          </a:p>
          <a:p>
            <a:r>
              <a:rPr lang="en-US" dirty="0">
                <a:ea typeface="+mn-lt"/>
                <a:cs typeface="+mn-lt"/>
                <a:hlinkClick r:id="rId4"/>
              </a:rPr>
              <a:t>https://drawio-app.com/bpmn/</a:t>
            </a: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  <a:hlinkClick r:id="rId5"/>
              </a:rPr>
              <a:t>https://hub.docker.com/r/jgraph/drawio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74671-6705-DF79-A745-0BAEE6DB0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5571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55CB7-BF21-0757-9304-D1DC29E54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Part 1 (30 minutes)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F0FC6-6820-4C58-7AF7-B63242DF3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Guided Modeling Exercise </a:t>
            </a:r>
          </a:p>
          <a:p>
            <a:endParaRPr lang="en-US" dirty="0"/>
          </a:p>
          <a:p>
            <a:r>
              <a:rPr lang="en-US" dirty="0"/>
              <a:t>Run our docker image (pulls draw.io and example diagram)</a:t>
            </a:r>
          </a:p>
          <a:p>
            <a:r>
              <a:rPr lang="en-US" dirty="0"/>
              <a:t>Read the case (like Team4S)</a:t>
            </a:r>
          </a:p>
          <a:p>
            <a:r>
              <a:rPr lang="en-US" dirty="0"/>
              <a:t>Model this in draw.io (check provided template)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B0B6B-1F97-C238-D385-01F178E78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1157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C66F5-11EC-DF41-0A2F-5F1EDB31D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430-C66D-7AA7-3BCF-9CAC31764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DF144-BD49-6EFC-1312-9E205AC7D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Own work</a:t>
            </a:r>
          </a:p>
          <a:p>
            <a:endParaRPr lang="en-US" dirty="0"/>
          </a:p>
          <a:p>
            <a:r>
              <a:rPr lang="en-US" dirty="0"/>
              <a:t>Run our docker image (pulls draw.io and example diagram)</a:t>
            </a:r>
          </a:p>
          <a:p>
            <a:r>
              <a:rPr lang="en-US" dirty="0"/>
              <a:t>Find the problem in this process in terms of focus XY and improve it. Then send solution SVG via mail to us.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A7B594-1944-83B5-D1AF-FA0E8A775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2099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FF62D-D86D-1EA6-8F60-2F0A3660E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4A901-EE09-2CA1-71BD-D11428B7B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174E2D-5C17-396F-50E3-9C208A1F1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195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A5B5A29CDCCF45A161DA48B2CC5BC4" ma:contentTypeVersion="3" ma:contentTypeDescription="Een nieuw document maken." ma:contentTypeScope="" ma:versionID="29b8a2ab029342e13c94d765ce6b2b0f">
  <xsd:schema xmlns:xsd="http://www.w3.org/2001/XMLSchema" xmlns:xs="http://www.w3.org/2001/XMLSchema" xmlns:p="http://schemas.microsoft.com/office/2006/metadata/properties" xmlns:ns2="2a7037f2-c827-41b9-8ea2-0e28e5e00daf" targetNamespace="http://schemas.microsoft.com/office/2006/metadata/properties" ma:root="true" ma:fieldsID="81d58ef48979b919a792e553e55b2c79" ns2:_="">
    <xsd:import namespace="2a7037f2-c827-41b9-8ea2-0e28e5e00d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7037f2-c827-41b9-8ea2-0e28e5e00d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A5B5A29CDCCF45A161DA48B2CC5BC4" ma:contentTypeVersion="3" ma:contentTypeDescription="Een nieuw document maken." ma:contentTypeScope="" ma:versionID="29b8a2ab029342e13c94d765ce6b2b0f">
  <xsd:schema xmlns:xsd="http://www.w3.org/2001/XMLSchema" xmlns:xs="http://www.w3.org/2001/XMLSchema" xmlns:p="http://schemas.microsoft.com/office/2006/metadata/properties" xmlns:ns2="2a7037f2-c827-41b9-8ea2-0e28e5e00daf" targetNamespace="http://schemas.microsoft.com/office/2006/metadata/properties" ma:root="true" ma:fieldsID="81d58ef48979b919a792e553e55b2c79" ns2:_="">
    <xsd:import namespace="2a7037f2-c827-41b9-8ea2-0e28e5e00d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7037f2-c827-41b9-8ea2-0e28e5e00d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5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6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3E8A760-9F55-4318-8721-4321EDE6D88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21FDA72-25AD-4E72-A038-04A25790B5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a7037f2-c827-41b9-8ea2-0e28e5e00d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A02F612-B5EF-49D0-93A5-BF5056C85D9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4.xml><?xml version="1.0" encoding="utf-8"?>
<ds:datastoreItem xmlns:ds="http://schemas.openxmlformats.org/officeDocument/2006/customXml" ds:itemID="{1A508048-D717-44A2-BECF-2D0947BDF4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a7037f2-c827-41b9-8ea2-0e28e5e00d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5.xml><?xml version="1.0" encoding="utf-8"?>
<ds:datastoreItem xmlns:ds="http://schemas.openxmlformats.org/officeDocument/2006/customXml" ds:itemID="{990666C5-30DA-4FB8-B342-05305514CC40}">
  <ds:schemaRefs>
    <ds:schemaRef ds:uri="http://schemas.microsoft.com/sharepoint/v3/contenttype/forms"/>
  </ds:schemaRefs>
</ds:datastoreItem>
</file>

<file path=customXml/itemProps6.xml><?xml version="1.0" encoding="utf-8"?>
<ds:datastoreItem xmlns:ds="http://schemas.openxmlformats.org/officeDocument/2006/customXml" ds:itemID="{ED9B02E8-0E51-4564-A6D6-1F367687A8E8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ERP</vt:lpstr>
      <vt:lpstr>Authority</vt:lpstr>
      <vt:lpstr>Notation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of a process</vt:lpstr>
      <vt:lpstr>Choreographies</vt:lpstr>
      <vt:lpstr>Draw.io</vt:lpstr>
      <vt:lpstr>Visual Paradigm</vt:lpstr>
      <vt:lpstr>Netcall - UPN</vt:lpstr>
      <vt:lpstr>Camuda</vt:lpstr>
      <vt:lpstr>Sources</vt:lpstr>
      <vt:lpstr>Practical Part 1 (30 minutes)</vt:lpstr>
      <vt:lpstr>Practical Part 2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194</cp:revision>
  <dcterms:created xsi:type="dcterms:W3CDTF">2026-09-08T18:46:08Z</dcterms:created>
  <dcterms:modified xsi:type="dcterms:W3CDTF">2026-09-08T19:40:50Z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0x01010074A5B5A29CDCCF45A161DA48B2CC5BC4</vt:lpwstr>
  </property>
</Properties>
</file>